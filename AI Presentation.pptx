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Agrandir Grand" panose="020B0604020202020204" charset="0"/>
      <p:regular r:id="rId15"/>
    </p:embeddedFont>
    <p:embeddedFont>
      <p:font typeface="Archivo Black" panose="020B0604020202020204" charset="0"/>
      <p:regular r:id="rId16"/>
    </p:embeddedFont>
    <p:embeddedFont>
      <p:font typeface="Arial MT Pro" panose="020B0604020202020204" charset="0"/>
      <p:regular r:id="rId17"/>
    </p:embeddedFont>
    <p:embeddedFont>
      <p:font typeface="Arial MT Pro Bold" panose="020B0604020202020204" charset="0"/>
      <p:regular r:id="rId18"/>
    </p:embeddedFont>
    <p:embeddedFont>
      <p:font typeface="Poppins" panose="00000500000000000000" pitchFamily="2" charset="0"/>
      <p:regular r:id="rId19"/>
    </p:embeddedFont>
    <p:embeddedFont>
      <p:font typeface="Poppins Bold" panose="020B0604020202020204" charset="0"/>
      <p:regular r:id="rId20"/>
    </p:embeddedFont>
    <p:embeddedFont>
      <p:font typeface="Poppins Italics" panose="020B0604020202020204" charset="0"/>
      <p:regular r:id="rId21"/>
    </p:embeddedFont>
    <p:embeddedFont>
      <p:font typeface="Red Hat Display" panose="020B0604020202020204" charset="0"/>
      <p:regular r:id="rId22"/>
    </p:embeddedFont>
    <p:embeddedFont>
      <p:font typeface="Red Hat Display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29" y="1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0.sv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svg"/><Relationship Id="rId7"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8.svg"/><Relationship Id="rId10" Type="http://schemas.openxmlformats.org/officeDocument/2006/relationships/image" Target="../media/image4.svg"/><Relationship Id="rId4" Type="http://schemas.openxmlformats.org/officeDocument/2006/relationships/image" Target="../media/image7.png"/><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sv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10.svg"/><Relationship Id="rId5" Type="http://schemas.openxmlformats.org/officeDocument/2006/relationships/image" Target="../media/image17.svg"/><Relationship Id="rId10" Type="http://schemas.openxmlformats.org/officeDocument/2006/relationships/image" Target="../media/image9.png"/><Relationship Id="rId4" Type="http://schemas.openxmlformats.org/officeDocument/2006/relationships/image" Target="../media/image16.png"/><Relationship Id="rId9"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3763181" y="-2174277"/>
            <a:ext cx="6405953" cy="6405953"/>
          </a:xfrm>
          <a:custGeom>
            <a:avLst/>
            <a:gdLst/>
            <a:ahLst/>
            <a:cxnLst/>
            <a:rect l="l" t="t" r="r" b="b"/>
            <a:pathLst>
              <a:path w="6405953" h="6405953">
                <a:moveTo>
                  <a:pt x="0" y="0"/>
                </a:moveTo>
                <a:lnTo>
                  <a:pt x="6405954" y="0"/>
                </a:lnTo>
                <a:lnTo>
                  <a:pt x="6405954" y="6405954"/>
                </a:lnTo>
                <a:lnTo>
                  <a:pt x="0" y="64059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4471938" y="4085218"/>
            <a:ext cx="8846281" cy="1174831"/>
            <a:chOff x="0" y="0"/>
            <a:chExt cx="2338305" cy="431310"/>
          </a:xfrm>
        </p:grpSpPr>
        <p:sp>
          <p:nvSpPr>
            <p:cNvPr id="4" name="Freeform 4"/>
            <p:cNvSpPr/>
            <p:nvPr/>
          </p:nvSpPr>
          <p:spPr>
            <a:xfrm>
              <a:off x="0" y="0"/>
              <a:ext cx="2338305" cy="431310"/>
            </a:xfrm>
            <a:custGeom>
              <a:avLst/>
              <a:gdLst/>
              <a:ahLst/>
              <a:cxnLst/>
              <a:rect l="l" t="t" r="r" b="b"/>
              <a:pathLst>
                <a:path w="2338305" h="431310">
                  <a:moveTo>
                    <a:pt x="71763" y="0"/>
                  </a:moveTo>
                  <a:lnTo>
                    <a:pt x="2266542" y="0"/>
                  </a:lnTo>
                  <a:cubicBezTo>
                    <a:pt x="2306176" y="0"/>
                    <a:pt x="2338305" y="32129"/>
                    <a:pt x="2338305" y="71763"/>
                  </a:cubicBezTo>
                  <a:lnTo>
                    <a:pt x="2338305" y="359547"/>
                  </a:lnTo>
                  <a:cubicBezTo>
                    <a:pt x="2338305" y="378580"/>
                    <a:pt x="2330744" y="396833"/>
                    <a:pt x="2317286" y="410291"/>
                  </a:cubicBezTo>
                  <a:cubicBezTo>
                    <a:pt x="2303828" y="423749"/>
                    <a:pt x="2285575" y="431310"/>
                    <a:pt x="2266542" y="431310"/>
                  </a:cubicBezTo>
                  <a:lnTo>
                    <a:pt x="71763" y="431310"/>
                  </a:lnTo>
                  <a:cubicBezTo>
                    <a:pt x="52730" y="431310"/>
                    <a:pt x="34477" y="423749"/>
                    <a:pt x="21019" y="410291"/>
                  </a:cubicBezTo>
                  <a:cubicBezTo>
                    <a:pt x="7561" y="396833"/>
                    <a:pt x="0" y="378580"/>
                    <a:pt x="0" y="359547"/>
                  </a:cubicBezTo>
                  <a:lnTo>
                    <a:pt x="0" y="71763"/>
                  </a:lnTo>
                  <a:cubicBezTo>
                    <a:pt x="0" y="52730"/>
                    <a:pt x="7561" y="34477"/>
                    <a:pt x="21019" y="21019"/>
                  </a:cubicBezTo>
                  <a:cubicBezTo>
                    <a:pt x="34477" y="7561"/>
                    <a:pt x="52730" y="0"/>
                    <a:pt x="71763" y="0"/>
                  </a:cubicBezTo>
                  <a:close/>
                </a:path>
              </a:pathLst>
            </a:custGeom>
            <a:solidFill>
              <a:srgbClr val="FFFFFF">
                <a:alpha val="4706"/>
              </a:srgbClr>
            </a:solidFill>
          </p:spPr>
          <p:txBody>
            <a:bodyPr/>
            <a:lstStyle/>
            <a:p>
              <a:endParaRPr lang="en-US" dirty="0"/>
            </a:p>
          </p:txBody>
        </p:sp>
        <p:sp>
          <p:nvSpPr>
            <p:cNvPr id="5" name="TextBox 5"/>
            <p:cNvSpPr txBox="1"/>
            <p:nvPr/>
          </p:nvSpPr>
          <p:spPr>
            <a:xfrm>
              <a:off x="0" y="-57150"/>
              <a:ext cx="2338305" cy="488460"/>
            </a:xfrm>
            <a:prstGeom prst="rect">
              <a:avLst/>
            </a:prstGeom>
          </p:spPr>
          <p:txBody>
            <a:bodyPr lIns="52378" tIns="52378" rIns="52378" bIns="52378" rtlCol="0" anchor="ctr"/>
            <a:lstStyle/>
            <a:p>
              <a:pPr algn="ctr">
                <a:lnSpc>
                  <a:spcPts val="2659"/>
                </a:lnSpc>
                <a:spcBef>
                  <a:spcPct val="0"/>
                </a:spcBef>
              </a:pPr>
              <a:endParaRPr/>
            </a:p>
          </p:txBody>
        </p:sp>
      </p:grpSp>
      <p:sp>
        <p:nvSpPr>
          <p:cNvPr id="6" name="Freeform 6"/>
          <p:cNvSpPr/>
          <p:nvPr/>
        </p:nvSpPr>
        <p:spPr>
          <a:xfrm>
            <a:off x="9454582" y="1390183"/>
            <a:ext cx="5390070" cy="5390070"/>
          </a:xfrm>
          <a:custGeom>
            <a:avLst/>
            <a:gdLst/>
            <a:ahLst/>
            <a:cxnLst/>
            <a:rect l="l" t="t" r="r" b="b"/>
            <a:pathLst>
              <a:path w="5390070" h="5390070">
                <a:moveTo>
                  <a:pt x="0" y="0"/>
                </a:moveTo>
                <a:lnTo>
                  <a:pt x="5390070" y="0"/>
                </a:lnTo>
                <a:lnTo>
                  <a:pt x="5390070" y="5390070"/>
                </a:lnTo>
                <a:lnTo>
                  <a:pt x="0" y="53900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5289614" y="5230915"/>
            <a:ext cx="1549338" cy="1549338"/>
          </a:xfrm>
          <a:custGeom>
            <a:avLst/>
            <a:gdLst/>
            <a:ahLst/>
            <a:cxnLst/>
            <a:rect l="l" t="t" r="r" b="b"/>
            <a:pathLst>
              <a:path w="1549338" h="1549338">
                <a:moveTo>
                  <a:pt x="0" y="0"/>
                </a:moveTo>
                <a:lnTo>
                  <a:pt x="1549338" y="0"/>
                </a:lnTo>
                <a:lnTo>
                  <a:pt x="1549338" y="1549338"/>
                </a:lnTo>
                <a:lnTo>
                  <a:pt x="0" y="1549338"/>
                </a:lnTo>
                <a:lnTo>
                  <a:pt x="0" y="0"/>
                </a:lnTo>
                <a:close/>
              </a:path>
            </a:pathLst>
          </a:custGeom>
          <a:blipFill>
            <a:blip r:embed="rId4">
              <a:alphaModFix amt="98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AutoShape 8"/>
          <p:cNvSpPr/>
          <p:nvPr/>
        </p:nvSpPr>
        <p:spPr>
          <a:xfrm>
            <a:off x="4903270" y="1824363"/>
            <a:ext cx="3645748" cy="9386"/>
          </a:xfrm>
          <a:prstGeom prst="line">
            <a:avLst/>
          </a:prstGeom>
          <a:ln w="19050" cap="flat">
            <a:solidFill>
              <a:srgbClr val="4C4C4C"/>
            </a:solidFill>
            <a:prstDash val="solid"/>
            <a:headEnd type="none" w="sm" len="sm"/>
            <a:tailEnd type="none" w="sm" len="sm"/>
          </a:ln>
        </p:spPr>
        <p:txBody>
          <a:bodyPr/>
          <a:lstStyle/>
          <a:p>
            <a:endParaRPr lang="en-US"/>
          </a:p>
        </p:txBody>
      </p:sp>
      <p:sp>
        <p:nvSpPr>
          <p:cNvPr id="12" name="TextBox 11">
            <a:extLst>
              <a:ext uri="{FF2B5EF4-FFF2-40B4-BE49-F238E27FC236}">
                <a16:creationId xmlns:a16="http://schemas.microsoft.com/office/drawing/2014/main" id="{CD2EF2CE-EFB7-5137-F7FF-527C565A7A3A}"/>
              </a:ext>
            </a:extLst>
          </p:cNvPr>
          <p:cNvSpPr txBox="1"/>
          <p:nvPr/>
        </p:nvSpPr>
        <p:spPr>
          <a:xfrm>
            <a:off x="3234419" y="905352"/>
            <a:ext cx="10083800" cy="2836674"/>
          </a:xfrm>
          <a:prstGeom prst="rect">
            <a:avLst/>
          </a:prstGeom>
          <a:noFill/>
        </p:spPr>
        <p:txBody>
          <a:bodyPr wrap="square">
            <a:spAutoFit/>
          </a:bodyPr>
          <a:lstStyle/>
          <a:p>
            <a:pPr algn="ctr">
              <a:lnSpc>
                <a:spcPts val="10716"/>
              </a:lnSpc>
            </a:pPr>
            <a:r>
              <a:rPr lang="en-US" sz="9600" b="1" spc="-194" dirty="0">
                <a:solidFill>
                  <a:srgbClr val="FFFFFF"/>
                </a:solidFill>
                <a:latin typeface="Arial MT Pro Bold"/>
                <a:ea typeface="Arial MT Pro Bold"/>
                <a:cs typeface="Arial MT Pro Bold"/>
                <a:sym typeface="Arial MT Pro Bold"/>
              </a:rPr>
              <a:t>TAGTEAM UI/UX PROMOTION</a:t>
            </a:r>
          </a:p>
        </p:txBody>
      </p:sp>
      <p:sp>
        <p:nvSpPr>
          <p:cNvPr id="15" name="TextBox 14">
            <a:extLst>
              <a:ext uri="{FF2B5EF4-FFF2-40B4-BE49-F238E27FC236}">
                <a16:creationId xmlns:a16="http://schemas.microsoft.com/office/drawing/2014/main" id="{2F8BD1E2-C0A6-A051-3105-9FBD77E93C66}"/>
              </a:ext>
            </a:extLst>
          </p:cNvPr>
          <p:cNvSpPr txBox="1"/>
          <p:nvPr/>
        </p:nvSpPr>
        <p:spPr>
          <a:xfrm>
            <a:off x="6205898" y="4152900"/>
            <a:ext cx="6062302" cy="1015663"/>
          </a:xfrm>
          <a:prstGeom prst="rect">
            <a:avLst/>
          </a:prstGeom>
          <a:noFill/>
        </p:spPr>
        <p:txBody>
          <a:bodyPr wrap="square">
            <a:spAutoFit/>
          </a:bodyPr>
          <a:lstStyle/>
          <a:p>
            <a:pPr algn="l"/>
            <a:r>
              <a:rPr lang="en-US" sz="6000" b="1" spc="-116" dirty="0">
                <a:solidFill>
                  <a:schemeClr val="accent4">
                    <a:lumMod val="60000"/>
                    <a:lumOff val="40000"/>
                  </a:schemeClr>
                </a:solidFill>
                <a:latin typeface="Arial MT Pro Bold"/>
                <a:ea typeface="Arial MT Pro Bold"/>
                <a:cs typeface="Arial MT Pro Bold"/>
                <a:sym typeface="Arial MT Pro Bold"/>
              </a:rPr>
              <a:t>Team Members</a:t>
            </a:r>
          </a:p>
        </p:txBody>
      </p:sp>
      <p:sp>
        <p:nvSpPr>
          <p:cNvPr id="16" name="TextBox 5">
            <a:extLst>
              <a:ext uri="{FF2B5EF4-FFF2-40B4-BE49-F238E27FC236}">
                <a16:creationId xmlns:a16="http://schemas.microsoft.com/office/drawing/2014/main" id="{BAB4EE9E-FCD1-C6E9-AAE7-EDF4E1C519E7}"/>
              </a:ext>
            </a:extLst>
          </p:cNvPr>
          <p:cNvSpPr txBox="1"/>
          <p:nvPr/>
        </p:nvSpPr>
        <p:spPr>
          <a:xfrm>
            <a:off x="5354060" y="5627800"/>
            <a:ext cx="7579880" cy="784702"/>
          </a:xfrm>
          <a:prstGeom prst="rect">
            <a:avLst/>
          </a:prstGeom>
        </p:spPr>
        <p:txBody>
          <a:bodyPr lIns="50800" tIns="50800" rIns="50800" bIns="50800" rtlCol="0" anchor="ctr"/>
          <a:lstStyle/>
          <a:p>
            <a:pPr algn="ctr">
              <a:lnSpc>
                <a:spcPts val="2659"/>
              </a:lnSpc>
              <a:spcBef>
                <a:spcPct val="0"/>
              </a:spcBef>
            </a:pPr>
            <a:r>
              <a:rPr lang="en-US" sz="4000" b="1" dirty="0">
                <a:solidFill>
                  <a:srgbClr val="FFFFFF"/>
                </a:solidFill>
              </a:rPr>
              <a:t>Mohamed Salah Shehata –C4</a:t>
            </a:r>
          </a:p>
          <a:p>
            <a:pPr algn="ctr">
              <a:lnSpc>
                <a:spcPts val="2659"/>
              </a:lnSpc>
              <a:spcBef>
                <a:spcPct val="0"/>
              </a:spcBef>
            </a:pPr>
            <a:endParaRPr lang="en-US" sz="4000" b="1" dirty="0">
              <a:solidFill>
                <a:srgbClr val="FFFFFF"/>
              </a:solidFill>
            </a:endParaRPr>
          </a:p>
          <a:p>
            <a:pPr algn="ctr">
              <a:lnSpc>
                <a:spcPts val="2659"/>
              </a:lnSpc>
              <a:spcBef>
                <a:spcPct val="0"/>
              </a:spcBef>
            </a:pPr>
            <a:r>
              <a:rPr lang="en-US" sz="4000" b="1" dirty="0">
                <a:solidFill>
                  <a:srgbClr val="FFFFFF"/>
                </a:solidFill>
              </a:rPr>
              <a:t>Eman Ali Ragab Kotb         –C1</a:t>
            </a:r>
            <a:endParaRPr sz="4000" b="1" dirty="0">
              <a:solidFill>
                <a:srgbClr val="FFFFFF"/>
              </a:solidFill>
            </a:endParaRPr>
          </a:p>
        </p:txBody>
      </p:sp>
      <p:sp>
        <p:nvSpPr>
          <p:cNvPr id="17" name="TextBox 16">
            <a:extLst>
              <a:ext uri="{FF2B5EF4-FFF2-40B4-BE49-F238E27FC236}">
                <a16:creationId xmlns:a16="http://schemas.microsoft.com/office/drawing/2014/main" id="{A0B93BA5-A962-ED72-2A85-96C42C3C8DD9}"/>
              </a:ext>
            </a:extLst>
          </p:cNvPr>
          <p:cNvSpPr txBox="1"/>
          <p:nvPr/>
        </p:nvSpPr>
        <p:spPr>
          <a:xfrm>
            <a:off x="6248401" y="6976846"/>
            <a:ext cx="5833700" cy="1938992"/>
          </a:xfrm>
          <a:prstGeom prst="rect">
            <a:avLst/>
          </a:prstGeom>
          <a:noFill/>
        </p:spPr>
        <p:txBody>
          <a:bodyPr wrap="square">
            <a:spAutoFit/>
          </a:bodyPr>
          <a:lstStyle/>
          <a:p>
            <a:pPr algn="ctr"/>
            <a:r>
              <a:rPr lang="en-US" sz="6000" dirty="0">
                <a:solidFill>
                  <a:schemeClr val="accent4">
                    <a:lumMod val="60000"/>
                    <a:lumOff val="40000"/>
                  </a:schemeClr>
                </a:solidFill>
              </a:rPr>
              <a:t>Supervised by: </a:t>
            </a:r>
            <a:r>
              <a:rPr lang="en-US" sz="6000" dirty="0">
                <a:solidFill>
                  <a:srgbClr val="FFFFFF"/>
                </a:solidFill>
              </a:rPr>
              <a:t>Eng/Omar Khaled</a:t>
            </a:r>
            <a:endParaRPr lang="en-US" sz="6000" b="1" spc="-116" dirty="0">
              <a:solidFill>
                <a:srgbClr val="FFFFFF"/>
              </a:solidFill>
              <a:latin typeface="Arial MT Pro Bold"/>
              <a:ea typeface="Arial MT Pro Bold"/>
              <a:cs typeface="Arial MT Pro Bold"/>
              <a:sym typeface="Arial MT Pro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895070" y="4599905"/>
            <a:ext cx="7493210" cy="7493210"/>
          </a:xfrm>
          <a:custGeom>
            <a:avLst/>
            <a:gdLst/>
            <a:ahLst/>
            <a:cxnLst/>
            <a:rect l="l" t="t" r="r" b="b"/>
            <a:pathLst>
              <a:path w="7493210" h="7493210">
                <a:moveTo>
                  <a:pt x="0" y="0"/>
                </a:moveTo>
                <a:lnTo>
                  <a:pt x="7493209" y="0"/>
                </a:lnTo>
                <a:lnTo>
                  <a:pt x="7493209" y="7493210"/>
                </a:lnTo>
                <a:lnTo>
                  <a:pt x="0" y="74932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3595837" y="2294612"/>
            <a:ext cx="1811491" cy="1811491"/>
          </a:xfrm>
          <a:custGeom>
            <a:avLst/>
            <a:gdLst/>
            <a:ahLst/>
            <a:cxnLst/>
            <a:rect l="l" t="t" r="r" b="b"/>
            <a:pathLst>
              <a:path w="1811491" h="1811491">
                <a:moveTo>
                  <a:pt x="0" y="0"/>
                </a:moveTo>
                <a:lnTo>
                  <a:pt x="1811492" y="0"/>
                </a:lnTo>
                <a:lnTo>
                  <a:pt x="1811492" y="1811492"/>
                </a:lnTo>
                <a:lnTo>
                  <a:pt x="0" y="1811492"/>
                </a:lnTo>
                <a:lnTo>
                  <a:pt x="0" y="0"/>
                </a:lnTo>
                <a:close/>
              </a:path>
            </a:pathLst>
          </a:custGeom>
          <a:blipFill>
            <a:blip r:embed="rId2">
              <a:alphaModFix amt="98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7"/>
          <p:cNvGrpSpPr/>
          <p:nvPr/>
        </p:nvGrpSpPr>
        <p:grpSpPr>
          <a:xfrm>
            <a:off x="9753600" y="1305655"/>
            <a:ext cx="5467337" cy="988957"/>
            <a:chOff x="0" y="0"/>
            <a:chExt cx="1457479" cy="263635"/>
          </a:xfrm>
        </p:grpSpPr>
        <p:sp>
          <p:nvSpPr>
            <p:cNvPr id="8" name="Freeform 8"/>
            <p:cNvSpPr/>
            <p:nvPr/>
          </p:nvSpPr>
          <p:spPr>
            <a:xfrm>
              <a:off x="0" y="0"/>
              <a:ext cx="1457479" cy="263635"/>
            </a:xfrm>
            <a:custGeom>
              <a:avLst/>
              <a:gdLst/>
              <a:ahLst/>
              <a:cxnLst/>
              <a:rect l="l" t="t" r="r" b="b"/>
              <a:pathLst>
                <a:path w="1457479" h="263635">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solidFill>
              <a:srgbClr val="FFFFFF">
                <a:alpha val="4706"/>
              </a:srgbClr>
            </a:solidFill>
          </p:spPr>
          <p:txBody>
            <a:bodyPr/>
            <a:lstStyle/>
            <a:p>
              <a:endParaRPr lang="en-US"/>
            </a:p>
          </p:txBody>
        </p:sp>
        <p:sp>
          <p:nvSpPr>
            <p:cNvPr id="9" name="TextBox 9"/>
            <p:cNvSpPr txBox="1"/>
            <p:nvPr/>
          </p:nvSpPr>
          <p:spPr>
            <a:xfrm>
              <a:off x="0" y="-57150"/>
              <a:ext cx="1457479" cy="320785"/>
            </a:xfrm>
            <a:prstGeom prst="rect">
              <a:avLst/>
            </a:prstGeom>
          </p:spPr>
          <p:txBody>
            <a:bodyPr lIns="52257" tIns="52257" rIns="52257" bIns="52257" rtlCol="0" anchor="ctr"/>
            <a:lstStyle/>
            <a:p>
              <a:pPr algn="ctr">
                <a:lnSpc>
                  <a:spcPts val="2660"/>
                </a:lnSpc>
                <a:spcBef>
                  <a:spcPct val="0"/>
                </a:spcBef>
              </a:pPr>
              <a:endParaRPr/>
            </a:p>
          </p:txBody>
        </p:sp>
      </p:grpSp>
      <p:grpSp>
        <p:nvGrpSpPr>
          <p:cNvPr id="12" name="Group 3">
            <a:extLst>
              <a:ext uri="{FF2B5EF4-FFF2-40B4-BE49-F238E27FC236}">
                <a16:creationId xmlns:a16="http://schemas.microsoft.com/office/drawing/2014/main" id="{62A3D39D-F5DA-E3BE-A868-9BA1CC5BC740}"/>
              </a:ext>
            </a:extLst>
          </p:cNvPr>
          <p:cNvGrpSpPr/>
          <p:nvPr/>
        </p:nvGrpSpPr>
        <p:grpSpPr>
          <a:xfrm>
            <a:off x="9753600" y="2619091"/>
            <a:ext cx="7720079" cy="5048818"/>
            <a:chOff x="0" y="0"/>
            <a:chExt cx="2338305" cy="431310"/>
          </a:xfrm>
        </p:grpSpPr>
        <p:sp>
          <p:nvSpPr>
            <p:cNvPr id="13" name="Freeform 4">
              <a:extLst>
                <a:ext uri="{FF2B5EF4-FFF2-40B4-BE49-F238E27FC236}">
                  <a16:creationId xmlns:a16="http://schemas.microsoft.com/office/drawing/2014/main" id="{8188BBBD-956F-5771-3D04-BCFB4DE56BC9}"/>
                </a:ext>
              </a:extLst>
            </p:cNvPr>
            <p:cNvSpPr/>
            <p:nvPr/>
          </p:nvSpPr>
          <p:spPr>
            <a:xfrm>
              <a:off x="0" y="0"/>
              <a:ext cx="2338305" cy="431310"/>
            </a:xfrm>
            <a:custGeom>
              <a:avLst/>
              <a:gdLst/>
              <a:ahLst/>
              <a:cxnLst/>
              <a:rect l="l" t="t" r="r" b="b"/>
              <a:pathLst>
                <a:path w="2338305" h="431310">
                  <a:moveTo>
                    <a:pt x="71763" y="0"/>
                  </a:moveTo>
                  <a:lnTo>
                    <a:pt x="2266542" y="0"/>
                  </a:lnTo>
                  <a:cubicBezTo>
                    <a:pt x="2306176" y="0"/>
                    <a:pt x="2338305" y="32129"/>
                    <a:pt x="2338305" y="71763"/>
                  </a:cubicBezTo>
                  <a:lnTo>
                    <a:pt x="2338305" y="359547"/>
                  </a:lnTo>
                  <a:cubicBezTo>
                    <a:pt x="2338305" y="378580"/>
                    <a:pt x="2330744" y="396833"/>
                    <a:pt x="2317286" y="410291"/>
                  </a:cubicBezTo>
                  <a:cubicBezTo>
                    <a:pt x="2303828" y="423749"/>
                    <a:pt x="2285575" y="431310"/>
                    <a:pt x="2266542" y="431310"/>
                  </a:cubicBezTo>
                  <a:lnTo>
                    <a:pt x="71763" y="431310"/>
                  </a:lnTo>
                  <a:cubicBezTo>
                    <a:pt x="52730" y="431310"/>
                    <a:pt x="34477" y="423749"/>
                    <a:pt x="21019" y="410291"/>
                  </a:cubicBezTo>
                  <a:cubicBezTo>
                    <a:pt x="7561" y="396833"/>
                    <a:pt x="0" y="378580"/>
                    <a:pt x="0" y="359547"/>
                  </a:cubicBezTo>
                  <a:lnTo>
                    <a:pt x="0" y="71763"/>
                  </a:lnTo>
                  <a:cubicBezTo>
                    <a:pt x="0" y="52730"/>
                    <a:pt x="7561" y="34477"/>
                    <a:pt x="21019" y="21019"/>
                  </a:cubicBezTo>
                  <a:cubicBezTo>
                    <a:pt x="34477" y="7561"/>
                    <a:pt x="52730" y="0"/>
                    <a:pt x="71763" y="0"/>
                  </a:cubicBezTo>
                  <a:close/>
                </a:path>
              </a:pathLst>
            </a:custGeom>
            <a:solidFill>
              <a:srgbClr val="FFFFFF">
                <a:alpha val="4706"/>
              </a:srgbClr>
            </a:solidFill>
          </p:spPr>
          <p:txBody>
            <a:bodyPr/>
            <a:lstStyle/>
            <a:p>
              <a:endParaRPr lang="en-US" dirty="0"/>
            </a:p>
          </p:txBody>
        </p:sp>
        <p:sp>
          <p:nvSpPr>
            <p:cNvPr id="14" name="TextBox 5">
              <a:extLst>
                <a:ext uri="{FF2B5EF4-FFF2-40B4-BE49-F238E27FC236}">
                  <a16:creationId xmlns:a16="http://schemas.microsoft.com/office/drawing/2014/main" id="{B0F04080-F623-4A6B-461C-87A67838CA66}"/>
                </a:ext>
              </a:extLst>
            </p:cNvPr>
            <p:cNvSpPr txBox="1"/>
            <p:nvPr/>
          </p:nvSpPr>
          <p:spPr>
            <a:xfrm>
              <a:off x="0" y="-57150"/>
              <a:ext cx="2338305" cy="488460"/>
            </a:xfrm>
            <a:prstGeom prst="rect">
              <a:avLst/>
            </a:prstGeom>
          </p:spPr>
          <p:txBody>
            <a:bodyPr lIns="52378" tIns="52378" rIns="52378" bIns="52378" rtlCol="0" anchor="ctr"/>
            <a:lstStyle/>
            <a:p>
              <a:pPr algn="ctr">
                <a:lnSpc>
                  <a:spcPts val="2659"/>
                </a:lnSpc>
                <a:spcBef>
                  <a:spcPct val="0"/>
                </a:spcBef>
              </a:pPr>
              <a:endParaRPr/>
            </a:p>
          </p:txBody>
        </p:sp>
      </p:grpSp>
      <p:sp>
        <p:nvSpPr>
          <p:cNvPr id="15" name="TextBox 28">
            <a:extLst>
              <a:ext uri="{FF2B5EF4-FFF2-40B4-BE49-F238E27FC236}">
                <a16:creationId xmlns:a16="http://schemas.microsoft.com/office/drawing/2014/main" id="{582C1FDD-CE1C-F6AD-E0EA-768ABBDE91E6}"/>
              </a:ext>
            </a:extLst>
          </p:cNvPr>
          <p:cNvSpPr txBox="1"/>
          <p:nvPr/>
        </p:nvSpPr>
        <p:spPr>
          <a:xfrm>
            <a:off x="2057400" y="3841530"/>
            <a:ext cx="5895679" cy="1934953"/>
          </a:xfrm>
          <a:prstGeom prst="rect">
            <a:avLst/>
          </a:prstGeom>
        </p:spPr>
        <p:txBody>
          <a:bodyPr wrap="square" lIns="0" tIns="0" rIns="0" bIns="0" rtlCol="0" anchor="t">
            <a:spAutoFit/>
          </a:bodyPr>
          <a:lstStyle/>
          <a:p>
            <a:pPr algn="l">
              <a:lnSpc>
                <a:spcPts val="7453"/>
              </a:lnSpc>
            </a:pPr>
            <a:r>
              <a:rPr lang="en-US" sz="7166" b="1" spc="-300" dirty="0">
                <a:solidFill>
                  <a:srgbClr val="FFFFFF"/>
                </a:solidFill>
                <a:latin typeface="Arial MT Pro Bold"/>
                <a:ea typeface="Arial MT Pro Bold"/>
                <a:cs typeface="Arial MT Pro Bold"/>
                <a:sym typeface="Arial MT Pro Bold"/>
              </a:rPr>
              <a:t>What does our UI/UX aims to</a:t>
            </a:r>
          </a:p>
        </p:txBody>
      </p:sp>
      <p:sp>
        <p:nvSpPr>
          <p:cNvPr id="16" name="TextBox 33">
            <a:extLst>
              <a:ext uri="{FF2B5EF4-FFF2-40B4-BE49-F238E27FC236}">
                <a16:creationId xmlns:a16="http://schemas.microsoft.com/office/drawing/2014/main" id="{91E03C8E-B075-D393-AEE0-966F85FFF60D}"/>
              </a:ext>
            </a:extLst>
          </p:cNvPr>
          <p:cNvSpPr txBox="1"/>
          <p:nvPr/>
        </p:nvSpPr>
        <p:spPr>
          <a:xfrm>
            <a:off x="5867400" y="7323401"/>
            <a:ext cx="12191999" cy="1136850"/>
          </a:xfrm>
          <a:prstGeom prst="rect">
            <a:avLst/>
          </a:prstGeom>
        </p:spPr>
        <p:txBody>
          <a:bodyPr wrap="square" lIns="0" tIns="0" rIns="0" bIns="0" rtlCol="0" anchor="t">
            <a:spAutoFit/>
          </a:bodyPr>
          <a:lstStyle/>
          <a:p>
            <a:pPr>
              <a:lnSpc>
                <a:spcPts val="2206"/>
              </a:lnSpc>
              <a:spcBef>
                <a:spcPct val="0"/>
              </a:spcBef>
            </a:pPr>
            <a:r>
              <a:rPr lang="en-US" sz="2400" dirty="0">
                <a:solidFill>
                  <a:schemeClr val="bg1"/>
                </a:solidFill>
              </a:rPr>
              <a:t>Today I'm going to walk you through the significant </a:t>
            </a:r>
          </a:p>
          <a:p>
            <a:pPr>
              <a:lnSpc>
                <a:spcPts val="2206"/>
              </a:lnSpc>
              <a:spcBef>
                <a:spcPct val="0"/>
              </a:spcBef>
            </a:pPr>
            <a:r>
              <a:rPr lang="en-US" sz="2400" dirty="0">
                <a:solidFill>
                  <a:schemeClr val="bg1"/>
                </a:solidFill>
              </a:rPr>
              <a:t>improvements we've made to the TagTeam Signs website.</a:t>
            </a:r>
          </a:p>
          <a:p>
            <a:pPr>
              <a:lnSpc>
                <a:spcPts val="2206"/>
              </a:lnSpc>
              <a:spcBef>
                <a:spcPct val="0"/>
              </a:spcBef>
            </a:pPr>
            <a:r>
              <a:rPr lang="en-US" sz="2400" dirty="0">
                <a:solidFill>
                  <a:schemeClr val="bg1"/>
                </a:solidFill>
              </a:rPr>
              <a:t> We've transformed it from a basic informational site into a </a:t>
            </a:r>
          </a:p>
          <a:p>
            <a:pPr>
              <a:lnSpc>
                <a:spcPts val="2206"/>
              </a:lnSpc>
              <a:spcBef>
                <a:spcPct val="0"/>
              </a:spcBef>
            </a:pPr>
            <a:r>
              <a:rPr lang="en-US" sz="2400" dirty="0">
                <a:solidFill>
                  <a:schemeClr val="bg1"/>
                </a:solidFill>
              </a:rPr>
              <a:t>powerful business tool that will better attract and convert customers</a:t>
            </a:r>
            <a:endParaRPr lang="en-US" sz="2400" dirty="0">
              <a:solidFill>
                <a:schemeClr val="bg1"/>
              </a:solidFill>
              <a:latin typeface="Arial MT Pro"/>
              <a:ea typeface="Arial MT Pro"/>
              <a:cs typeface="Arial MT Pro"/>
              <a:sym typeface="Arial MT Pro"/>
            </a:endParaRPr>
          </a:p>
        </p:txBody>
      </p:sp>
      <p:sp>
        <p:nvSpPr>
          <p:cNvPr id="17" name="TextBox 30">
            <a:extLst>
              <a:ext uri="{FF2B5EF4-FFF2-40B4-BE49-F238E27FC236}">
                <a16:creationId xmlns:a16="http://schemas.microsoft.com/office/drawing/2014/main" id="{9DA4F6AD-3F46-5837-10BD-A17F9E63D939}"/>
              </a:ext>
            </a:extLst>
          </p:cNvPr>
          <p:cNvSpPr txBox="1"/>
          <p:nvPr/>
        </p:nvSpPr>
        <p:spPr>
          <a:xfrm>
            <a:off x="10533026" y="1799439"/>
            <a:ext cx="1928842" cy="390235"/>
          </a:xfrm>
          <a:prstGeom prst="rect">
            <a:avLst/>
          </a:prstGeom>
        </p:spPr>
        <p:txBody>
          <a:bodyPr wrap="square" lIns="0" tIns="0" rIns="0" bIns="0" rtlCol="0" anchor="t">
            <a:spAutoFit/>
          </a:bodyPr>
          <a:lstStyle/>
          <a:p>
            <a:pPr algn="l">
              <a:lnSpc>
                <a:spcPts val="2552"/>
              </a:lnSpc>
            </a:pPr>
            <a:r>
              <a:rPr lang="en-US" sz="4800" b="1" spc="-103" dirty="0">
                <a:solidFill>
                  <a:srgbClr val="FFFFFF"/>
                </a:solidFill>
                <a:latin typeface="Arial MT Pro Bold"/>
                <a:ea typeface="Arial MT Pro Bold"/>
                <a:cs typeface="Arial MT Pro Bold"/>
                <a:sym typeface="Arial MT Pro Bold"/>
              </a:rPr>
              <a:t>Mision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6008431" y="4907747"/>
            <a:ext cx="1250869" cy="1250869"/>
          </a:xfrm>
          <a:custGeom>
            <a:avLst/>
            <a:gdLst/>
            <a:ahLst/>
            <a:cxnLst/>
            <a:rect l="l" t="t" r="r" b="b"/>
            <a:pathLst>
              <a:path w="1250869" h="1250869">
                <a:moveTo>
                  <a:pt x="0" y="0"/>
                </a:moveTo>
                <a:lnTo>
                  <a:pt x="1250869" y="0"/>
                </a:lnTo>
                <a:lnTo>
                  <a:pt x="1250869" y="1250869"/>
                </a:lnTo>
                <a:lnTo>
                  <a:pt x="0" y="1250869"/>
                </a:lnTo>
                <a:lnTo>
                  <a:pt x="0" y="0"/>
                </a:lnTo>
                <a:close/>
              </a:path>
            </a:pathLst>
          </a:custGeom>
          <a:blipFill>
            <a:blip r:embed="rId2">
              <a:alphaModFix amt="98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207749" y="8053422"/>
            <a:ext cx="3461594" cy="3461594"/>
          </a:xfrm>
          <a:custGeom>
            <a:avLst/>
            <a:gdLst/>
            <a:ahLst/>
            <a:cxnLst/>
            <a:rect l="l" t="t" r="r" b="b"/>
            <a:pathLst>
              <a:path w="3461594" h="3461594">
                <a:moveTo>
                  <a:pt x="0" y="0"/>
                </a:moveTo>
                <a:lnTo>
                  <a:pt x="3461594" y="0"/>
                </a:lnTo>
                <a:lnTo>
                  <a:pt x="3461594" y="3461594"/>
                </a:lnTo>
                <a:lnTo>
                  <a:pt x="0" y="3461594"/>
                </a:lnTo>
                <a:lnTo>
                  <a:pt x="0" y="0"/>
                </a:lnTo>
                <a:close/>
              </a:path>
            </a:pathLst>
          </a:custGeom>
          <a:blipFill>
            <a:blip r:embed="rId2">
              <a:alphaModFix amt="98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523048" y="5344667"/>
            <a:ext cx="15241903" cy="3617903"/>
            <a:chOff x="0" y="0"/>
            <a:chExt cx="4063175" cy="964458"/>
          </a:xfrm>
        </p:grpSpPr>
        <p:sp>
          <p:nvSpPr>
            <p:cNvPr id="5" name="Freeform 5"/>
            <p:cNvSpPr/>
            <p:nvPr/>
          </p:nvSpPr>
          <p:spPr>
            <a:xfrm>
              <a:off x="0" y="0"/>
              <a:ext cx="4063176" cy="964458"/>
            </a:xfrm>
            <a:custGeom>
              <a:avLst/>
              <a:gdLst/>
              <a:ahLst/>
              <a:cxnLst/>
              <a:rect l="l" t="t" r="r" b="b"/>
              <a:pathLst>
                <a:path w="4063176" h="964458">
                  <a:moveTo>
                    <a:pt x="41651" y="0"/>
                  </a:moveTo>
                  <a:lnTo>
                    <a:pt x="4021525" y="0"/>
                  </a:lnTo>
                  <a:cubicBezTo>
                    <a:pt x="4044528" y="0"/>
                    <a:pt x="4063176" y="18648"/>
                    <a:pt x="4063176" y="41651"/>
                  </a:cubicBezTo>
                  <a:lnTo>
                    <a:pt x="4063176" y="922807"/>
                  </a:lnTo>
                  <a:cubicBezTo>
                    <a:pt x="4063176" y="933854"/>
                    <a:pt x="4058788" y="944448"/>
                    <a:pt x="4050976" y="952259"/>
                  </a:cubicBezTo>
                  <a:cubicBezTo>
                    <a:pt x="4043165" y="960070"/>
                    <a:pt x="4032571" y="964458"/>
                    <a:pt x="4021525" y="964458"/>
                  </a:cubicBezTo>
                  <a:lnTo>
                    <a:pt x="41651" y="964458"/>
                  </a:lnTo>
                  <a:cubicBezTo>
                    <a:pt x="18648" y="964458"/>
                    <a:pt x="0" y="945810"/>
                    <a:pt x="0" y="922807"/>
                  </a:cubicBezTo>
                  <a:lnTo>
                    <a:pt x="0" y="41651"/>
                  </a:lnTo>
                  <a:cubicBezTo>
                    <a:pt x="0" y="30604"/>
                    <a:pt x="4388" y="20010"/>
                    <a:pt x="12199" y="12199"/>
                  </a:cubicBezTo>
                  <a:cubicBezTo>
                    <a:pt x="20010" y="4388"/>
                    <a:pt x="30604" y="0"/>
                    <a:pt x="41651" y="0"/>
                  </a:cubicBezTo>
                  <a:close/>
                </a:path>
              </a:pathLst>
            </a:custGeom>
            <a:solidFill>
              <a:srgbClr val="FFFFFF">
                <a:alpha val="4706"/>
              </a:srgbClr>
            </a:solidFill>
          </p:spPr>
          <p:txBody>
            <a:bodyPr/>
            <a:lstStyle/>
            <a:p>
              <a:endParaRPr lang="en-US"/>
            </a:p>
          </p:txBody>
        </p:sp>
        <p:sp>
          <p:nvSpPr>
            <p:cNvPr id="6" name="TextBox 6"/>
            <p:cNvSpPr txBox="1"/>
            <p:nvPr/>
          </p:nvSpPr>
          <p:spPr>
            <a:xfrm>
              <a:off x="0" y="-57150"/>
              <a:ext cx="4063175" cy="1021608"/>
            </a:xfrm>
            <a:prstGeom prst="rect">
              <a:avLst/>
            </a:prstGeom>
          </p:spPr>
          <p:txBody>
            <a:bodyPr lIns="52257" tIns="52257" rIns="52257" bIns="52257" rtlCol="0" anchor="ctr"/>
            <a:lstStyle/>
            <a:p>
              <a:pPr algn="ctr">
                <a:lnSpc>
                  <a:spcPts val="2660"/>
                </a:lnSpc>
                <a:spcBef>
                  <a:spcPct val="0"/>
                </a:spcBef>
              </a:pPr>
              <a:endParaRPr/>
            </a:p>
          </p:txBody>
        </p:sp>
      </p:grpSp>
      <p:grpSp>
        <p:nvGrpSpPr>
          <p:cNvPr id="7" name="Group 7"/>
          <p:cNvGrpSpPr/>
          <p:nvPr/>
        </p:nvGrpSpPr>
        <p:grpSpPr>
          <a:xfrm>
            <a:off x="11297615" y="1324430"/>
            <a:ext cx="5467337" cy="988957"/>
            <a:chOff x="0" y="0"/>
            <a:chExt cx="1457479" cy="263635"/>
          </a:xfrm>
        </p:grpSpPr>
        <p:sp>
          <p:nvSpPr>
            <p:cNvPr id="8" name="Freeform 8"/>
            <p:cNvSpPr/>
            <p:nvPr/>
          </p:nvSpPr>
          <p:spPr>
            <a:xfrm>
              <a:off x="0" y="0"/>
              <a:ext cx="1457479" cy="263635"/>
            </a:xfrm>
            <a:custGeom>
              <a:avLst/>
              <a:gdLst/>
              <a:ahLst/>
              <a:cxnLst/>
              <a:rect l="l" t="t" r="r" b="b"/>
              <a:pathLst>
                <a:path w="1457479" h="263635">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solidFill>
              <a:srgbClr val="FFFFFF">
                <a:alpha val="4706"/>
              </a:srgbClr>
            </a:solidFill>
          </p:spPr>
          <p:txBody>
            <a:bodyPr/>
            <a:lstStyle/>
            <a:p>
              <a:endParaRPr lang="en-US"/>
            </a:p>
          </p:txBody>
        </p:sp>
        <p:sp>
          <p:nvSpPr>
            <p:cNvPr id="9" name="TextBox 9"/>
            <p:cNvSpPr txBox="1"/>
            <p:nvPr/>
          </p:nvSpPr>
          <p:spPr>
            <a:xfrm>
              <a:off x="0" y="-57150"/>
              <a:ext cx="1457479" cy="320785"/>
            </a:xfrm>
            <a:prstGeom prst="rect">
              <a:avLst/>
            </a:prstGeom>
          </p:spPr>
          <p:txBody>
            <a:bodyPr lIns="52257" tIns="52257" rIns="52257" bIns="52257" rtlCol="0" anchor="ctr"/>
            <a:lstStyle/>
            <a:p>
              <a:pPr algn="ctr">
                <a:lnSpc>
                  <a:spcPts val="2660"/>
                </a:lnSpc>
                <a:spcBef>
                  <a:spcPct val="0"/>
                </a:spcBef>
              </a:pPr>
              <a:endParaRPr/>
            </a:p>
          </p:txBody>
        </p:sp>
      </p:grpSp>
      <p:grpSp>
        <p:nvGrpSpPr>
          <p:cNvPr id="10" name="Group 10"/>
          <p:cNvGrpSpPr/>
          <p:nvPr/>
        </p:nvGrpSpPr>
        <p:grpSpPr>
          <a:xfrm>
            <a:off x="1028700" y="1025292"/>
            <a:ext cx="16230600" cy="8236416"/>
            <a:chOff x="0" y="0"/>
            <a:chExt cx="21640800" cy="10981888"/>
          </a:xfrm>
        </p:grpSpPr>
        <p:grpSp>
          <p:nvGrpSpPr>
            <p:cNvPr id="11" name="Group 11"/>
            <p:cNvGrpSpPr/>
            <p:nvPr/>
          </p:nvGrpSpPr>
          <p:grpSpPr>
            <a:xfrm>
              <a:off x="0" y="4544"/>
              <a:ext cx="7449652" cy="3550563"/>
              <a:chOff x="0" y="0"/>
              <a:chExt cx="2065940" cy="984643"/>
            </a:xfrm>
          </p:grpSpPr>
          <p:sp>
            <p:nvSpPr>
              <p:cNvPr id="12" name="Freeform 12"/>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txBody>
              <a:bodyPr/>
              <a:lstStyle/>
              <a:p>
                <a:endParaRPr lang="en-US"/>
              </a:p>
            </p:txBody>
          </p:sp>
          <p:sp>
            <p:nvSpPr>
              <p:cNvPr id="13" name="TextBox 13"/>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0" y="3715663"/>
              <a:ext cx="7449652" cy="3550563"/>
              <a:chOff x="0" y="0"/>
              <a:chExt cx="2065940" cy="984643"/>
            </a:xfrm>
          </p:grpSpPr>
          <p:sp>
            <p:nvSpPr>
              <p:cNvPr id="15" name="Freeform 15"/>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txBody>
              <a:bodyPr/>
              <a:lstStyle/>
              <a:p>
                <a:endParaRPr lang="en-US"/>
              </a:p>
            </p:txBody>
          </p:sp>
          <p:sp>
            <p:nvSpPr>
              <p:cNvPr id="16" name="TextBox 16"/>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0" y="7431325"/>
              <a:ext cx="7449652" cy="3550563"/>
              <a:chOff x="0" y="0"/>
              <a:chExt cx="2065940" cy="984643"/>
            </a:xfrm>
          </p:grpSpPr>
          <p:sp>
            <p:nvSpPr>
              <p:cNvPr id="18" name="Freeform 18"/>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txBody>
              <a:bodyPr/>
              <a:lstStyle/>
              <a:p>
                <a:endParaRPr lang="en-US"/>
              </a:p>
            </p:txBody>
          </p:sp>
          <p:sp>
            <p:nvSpPr>
              <p:cNvPr id="19" name="TextBox 19"/>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3310889" y="662394"/>
              <a:ext cx="3755503" cy="2196762"/>
            </a:xfrm>
            <a:prstGeom prst="rect">
              <a:avLst/>
            </a:prstGeom>
          </p:spPr>
          <p:txBody>
            <a:bodyPr lIns="0" tIns="0" rIns="0" bIns="0" rtlCol="0" anchor="t">
              <a:spAutoFit/>
            </a:bodyPr>
            <a:lstStyle/>
            <a:p>
              <a:pPr marL="0" lvl="0" indent="0" algn="l">
                <a:lnSpc>
                  <a:spcPts val="1936"/>
                </a:lnSpc>
              </a:pPr>
              <a:r>
                <a:rPr lang="en-US" sz="1299" u="none" strike="noStrik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id="21" name="TextBox 21"/>
            <p:cNvSpPr txBox="1"/>
            <p:nvPr/>
          </p:nvSpPr>
          <p:spPr>
            <a:xfrm>
              <a:off x="3310889" y="4373513"/>
              <a:ext cx="3755503" cy="2196762"/>
            </a:xfrm>
            <a:prstGeom prst="rect">
              <a:avLst/>
            </a:prstGeom>
          </p:spPr>
          <p:txBody>
            <a:bodyPr lIns="0" tIns="0" rIns="0" bIns="0" rtlCol="0" anchor="t">
              <a:spAutoFit/>
            </a:bodyPr>
            <a:lstStyle/>
            <a:p>
              <a:pPr marL="0" lvl="0" indent="0" algn="l">
                <a:lnSpc>
                  <a:spcPts val="1936"/>
                </a:lnSpc>
              </a:pPr>
              <a:r>
                <a:rPr lang="en-US" sz="1299" u="none" strike="noStrik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id="22" name="TextBox 22"/>
            <p:cNvSpPr txBox="1"/>
            <p:nvPr/>
          </p:nvSpPr>
          <p:spPr>
            <a:xfrm>
              <a:off x="3310889" y="8089176"/>
              <a:ext cx="3755503" cy="2196762"/>
            </a:xfrm>
            <a:prstGeom prst="rect">
              <a:avLst/>
            </a:prstGeom>
          </p:spPr>
          <p:txBody>
            <a:bodyPr lIns="0" tIns="0" rIns="0" bIns="0" rtlCol="0" anchor="t">
              <a:spAutoFit/>
            </a:bodyPr>
            <a:lstStyle/>
            <a:p>
              <a:pPr marL="0" lvl="0" indent="0" algn="l">
                <a:lnSpc>
                  <a:spcPts val="1936"/>
                </a:lnSpc>
              </a:pPr>
              <a:r>
                <a:rPr lang="en-US" sz="1299" u="none" strike="noStrik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id="23" name="TextBox 23"/>
            <p:cNvSpPr txBox="1"/>
            <p:nvPr/>
          </p:nvSpPr>
          <p:spPr>
            <a:xfrm>
              <a:off x="506537" y="471565"/>
              <a:ext cx="2112169" cy="2406970"/>
            </a:xfrm>
            <a:prstGeom prst="rect">
              <a:avLst/>
            </a:prstGeom>
          </p:spPr>
          <p:txBody>
            <a:bodyPr lIns="0" tIns="0" rIns="0" bIns="0" rtlCol="0" anchor="t">
              <a:spAutoFit/>
            </a:bodyPr>
            <a:lstStyle/>
            <a:p>
              <a:pPr algn="ctr">
                <a:lnSpc>
                  <a:spcPts val="15211"/>
                </a:lnSpc>
                <a:spcBef>
                  <a:spcPct val="0"/>
                </a:spcBef>
              </a:pPr>
              <a:r>
                <a:rPr lang="en-US" sz="10865">
                  <a:solidFill>
                    <a:srgbClr val="FFFFFF"/>
                  </a:solidFill>
                  <a:latin typeface="Red Hat Display"/>
                  <a:ea typeface="Red Hat Display"/>
                  <a:cs typeface="Red Hat Display"/>
                  <a:sym typeface="Red Hat Display"/>
                </a:rPr>
                <a:t>01.</a:t>
              </a:r>
            </a:p>
          </p:txBody>
        </p:sp>
        <p:sp>
          <p:nvSpPr>
            <p:cNvPr id="24" name="TextBox 24"/>
            <p:cNvSpPr txBox="1"/>
            <p:nvPr/>
          </p:nvSpPr>
          <p:spPr>
            <a:xfrm>
              <a:off x="506537" y="4182684"/>
              <a:ext cx="2577703" cy="2406970"/>
            </a:xfrm>
            <a:prstGeom prst="rect">
              <a:avLst/>
            </a:prstGeom>
          </p:spPr>
          <p:txBody>
            <a:bodyPr lIns="0" tIns="0" rIns="0" bIns="0" rtlCol="0" anchor="t">
              <a:spAutoFit/>
            </a:bodyPr>
            <a:lstStyle/>
            <a:p>
              <a:pPr algn="ctr">
                <a:lnSpc>
                  <a:spcPts val="15211"/>
                </a:lnSpc>
                <a:spcBef>
                  <a:spcPct val="0"/>
                </a:spcBef>
              </a:pPr>
              <a:r>
                <a:rPr lang="en-US" sz="10865">
                  <a:solidFill>
                    <a:srgbClr val="FFFFFF"/>
                  </a:solidFill>
                  <a:latin typeface="Red Hat Display"/>
                  <a:ea typeface="Red Hat Display"/>
                  <a:cs typeface="Red Hat Display"/>
                  <a:sym typeface="Red Hat Display"/>
                </a:rPr>
                <a:t>02.</a:t>
              </a:r>
            </a:p>
          </p:txBody>
        </p:sp>
        <p:sp>
          <p:nvSpPr>
            <p:cNvPr id="25" name="TextBox 25"/>
            <p:cNvSpPr txBox="1"/>
            <p:nvPr/>
          </p:nvSpPr>
          <p:spPr>
            <a:xfrm>
              <a:off x="506537" y="7898347"/>
              <a:ext cx="2651323" cy="2406970"/>
            </a:xfrm>
            <a:prstGeom prst="rect">
              <a:avLst/>
            </a:prstGeom>
          </p:spPr>
          <p:txBody>
            <a:bodyPr lIns="0" tIns="0" rIns="0" bIns="0" rtlCol="0" anchor="t">
              <a:spAutoFit/>
            </a:bodyPr>
            <a:lstStyle/>
            <a:p>
              <a:pPr algn="ctr">
                <a:lnSpc>
                  <a:spcPts val="15211"/>
                </a:lnSpc>
                <a:spcBef>
                  <a:spcPct val="0"/>
                </a:spcBef>
              </a:pPr>
              <a:r>
                <a:rPr lang="en-US" sz="10865">
                  <a:solidFill>
                    <a:srgbClr val="FFFFFF"/>
                  </a:solidFill>
                  <a:latin typeface="Red Hat Display"/>
                  <a:ea typeface="Red Hat Display"/>
                  <a:cs typeface="Red Hat Display"/>
                  <a:sym typeface="Red Hat Display"/>
                </a:rPr>
                <a:t>03.</a:t>
              </a:r>
            </a:p>
          </p:txBody>
        </p:sp>
        <p:grpSp>
          <p:nvGrpSpPr>
            <p:cNvPr id="26" name="Group 26"/>
            <p:cNvGrpSpPr/>
            <p:nvPr/>
          </p:nvGrpSpPr>
          <p:grpSpPr>
            <a:xfrm>
              <a:off x="14191148" y="0"/>
              <a:ext cx="7449652" cy="3550563"/>
              <a:chOff x="0" y="0"/>
              <a:chExt cx="2065940" cy="984643"/>
            </a:xfrm>
          </p:grpSpPr>
          <p:sp>
            <p:nvSpPr>
              <p:cNvPr id="27" name="Freeform 27"/>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txBody>
              <a:bodyPr/>
              <a:lstStyle/>
              <a:p>
                <a:endParaRPr lang="en-US"/>
              </a:p>
            </p:txBody>
          </p:sp>
          <p:sp>
            <p:nvSpPr>
              <p:cNvPr id="28" name="TextBox 28"/>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9" name="Group 29"/>
            <p:cNvGrpSpPr/>
            <p:nvPr/>
          </p:nvGrpSpPr>
          <p:grpSpPr>
            <a:xfrm>
              <a:off x="14191148" y="3711119"/>
              <a:ext cx="7449652" cy="3550563"/>
              <a:chOff x="0" y="0"/>
              <a:chExt cx="2065940" cy="984643"/>
            </a:xfrm>
          </p:grpSpPr>
          <p:sp>
            <p:nvSpPr>
              <p:cNvPr id="30" name="Freeform 30"/>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txBody>
              <a:bodyPr/>
              <a:lstStyle/>
              <a:p>
                <a:endParaRPr lang="en-US"/>
              </a:p>
            </p:txBody>
          </p:sp>
          <p:sp>
            <p:nvSpPr>
              <p:cNvPr id="31" name="TextBox 31"/>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2" name="Group 32"/>
            <p:cNvGrpSpPr/>
            <p:nvPr/>
          </p:nvGrpSpPr>
          <p:grpSpPr>
            <a:xfrm>
              <a:off x="14191148" y="7426781"/>
              <a:ext cx="7449652" cy="3550563"/>
              <a:chOff x="0" y="0"/>
              <a:chExt cx="2065940" cy="984643"/>
            </a:xfrm>
          </p:grpSpPr>
          <p:sp>
            <p:nvSpPr>
              <p:cNvPr id="33" name="Freeform 33"/>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txBody>
              <a:bodyPr/>
              <a:lstStyle/>
              <a:p>
                <a:endParaRPr lang="en-US"/>
              </a:p>
            </p:txBody>
          </p:sp>
          <p:sp>
            <p:nvSpPr>
              <p:cNvPr id="34" name="TextBox 34"/>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5" name="TextBox 35"/>
            <p:cNvSpPr txBox="1"/>
            <p:nvPr/>
          </p:nvSpPr>
          <p:spPr>
            <a:xfrm>
              <a:off x="17507048" y="657850"/>
              <a:ext cx="3755503" cy="2196762"/>
            </a:xfrm>
            <a:prstGeom prst="rect">
              <a:avLst/>
            </a:prstGeom>
          </p:spPr>
          <p:txBody>
            <a:bodyPr lIns="0" tIns="0" rIns="0" bIns="0" rtlCol="0" anchor="t">
              <a:spAutoFit/>
            </a:bodyPr>
            <a:lstStyle/>
            <a:p>
              <a:pPr marL="0" lvl="0" indent="0" algn="l">
                <a:lnSpc>
                  <a:spcPts val="1936"/>
                </a:lnSpc>
                <a:spcBef>
                  <a:spcPct val="0"/>
                </a:spcBef>
              </a:pPr>
              <a:r>
                <a:rPr lang="en-US" sz="1299" u="none" strike="noStrik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id="36" name="TextBox 36"/>
            <p:cNvSpPr txBox="1"/>
            <p:nvPr/>
          </p:nvSpPr>
          <p:spPr>
            <a:xfrm>
              <a:off x="17507048" y="4368969"/>
              <a:ext cx="3755503" cy="2196762"/>
            </a:xfrm>
            <a:prstGeom prst="rect">
              <a:avLst/>
            </a:prstGeom>
          </p:spPr>
          <p:txBody>
            <a:bodyPr lIns="0" tIns="0" rIns="0" bIns="0" rtlCol="0" anchor="t">
              <a:spAutoFit/>
            </a:bodyPr>
            <a:lstStyle/>
            <a:p>
              <a:pPr marL="0" lvl="0" indent="0" algn="l">
                <a:lnSpc>
                  <a:spcPts val="1936"/>
                </a:lnSpc>
                <a:spcBef>
                  <a:spcPct val="0"/>
                </a:spcBef>
              </a:pPr>
              <a:r>
                <a:rPr lang="en-US" sz="1299" u="none" strike="noStrik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id="37" name="TextBox 37"/>
            <p:cNvSpPr txBox="1"/>
            <p:nvPr/>
          </p:nvSpPr>
          <p:spPr>
            <a:xfrm>
              <a:off x="17507048" y="8084632"/>
              <a:ext cx="3755503" cy="2196762"/>
            </a:xfrm>
            <a:prstGeom prst="rect">
              <a:avLst/>
            </a:prstGeom>
          </p:spPr>
          <p:txBody>
            <a:bodyPr lIns="0" tIns="0" rIns="0" bIns="0" rtlCol="0" anchor="t">
              <a:spAutoFit/>
            </a:bodyPr>
            <a:lstStyle/>
            <a:p>
              <a:pPr marL="0" lvl="0" indent="0" algn="l">
                <a:lnSpc>
                  <a:spcPts val="1936"/>
                </a:lnSpc>
                <a:spcBef>
                  <a:spcPct val="0"/>
                </a:spcBef>
              </a:pPr>
              <a:r>
                <a:rPr lang="en-US" sz="1299" u="none" strike="noStrik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id="38" name="TextBox 38"/>
            <p:cNvSpPr txBox="1"/>
            <p:nvPr/>
          </p:nvSpPr>
          <p:spPr>
            <a:xfrm>
              <a:off x="14650608" y="461254"/>
              <a:ext cx="2728119" cy="2418504"/>
            </a:xfrm>
            <a:prstGeom prst="rect">
              <a:avLst/>
            </a:prstGeom>
          </p:spPr>
          <p:txBody>
            <a:bodyPr lIns="0" tIns="0" rIns="0" bIns="0" rtlCol="0" anchor="t">
              <a:spAutoFit/>
            </a:bodyPr>
            <a:lstStyle/>
            <a:p>
              <a:pPr algn="ctr">
                <a:lnSpc>
                  <a:spcPts val="15259"/>
                </a:lnSpc>
                <a:spcBef>
                  <a:spcPct val="0"/>
                </a:spcBef>
              </a:pPr>
              <a:r>
                <a:rPr lang="en-US" sz="10899">
                  <a:solidFill>
                    <a:srgbClr val="FFFFFF"/>
                  </a:solidFill>
                  <a:latin typeface="Red Hat Display"/>
                  <a:ea typeface="Red Hat Display"/>
                  <a:cs typeface="Red Hat Display"/>
                  <a:sym typeface="Red Hat Display"/>
                </a:rPr>
                <a:t>04.</a:t>
              </a:r>
            </a:p>
          </p:txBody>
        </p:sp>
        <p:sp>
          <p:nvSpPr>
            <p:cNvPr id="39" name="TextBox 39"/>
            <p:cNvSpPr txBox="1"/>
            <p:nvPr/>
          </p:nvSpPr>
          <p:spPr>
            <a:xfrm>
              <a:off x="14650608" y="4172373"/>
              <a:ext cx="2633861" cy="2418504"/>
            </a:xfrm>
            <a:prstGeom prst="rect">
              <a:avLst/>
            </a:prstGeom>
          </p:spPr>
          <p:txBody>
            <a:bodyPr lIns="0" tIns="0" rIns="0" bIns="0" rtlCol="0" anchor="t">
              <a:spAutoFit/>
            </a:bodyPr>
            <a:lstStyle/>
            <a:p>
              <a:pPr algn="ctr">
                <a:lnSpc>
                  <a:spcPts val="15259"/>
                </a:lnSpc>
                <a:spcBef>
                  <a:spcPct val="0"/>
                </a:spcBef>
              </a:pPr>
              <a:r>
                <a:rPr lang="en-US" sz="10899">
                  <a:solidFill>
                    <a:srgbClr val="FFFFFF"/>
                  </a:solidFill>
                  <a:latin typeface="Red Hat Display"/>
                  <a:ea typeface="Red Hat Display"/>
                  <a:cs typeface="Red Hat Display"/>
                  <a:sym typeface="Red Hat Display"/>
                </a:rPr>
                <a:t>05.</a:t>
              </a:r>
            </a:p>
          </p:txBody>
        </p:sp>
        <p:sp>
          <p:nvSpPr>
            <p:cNvPr id="40" name="TextBox 40"/>
            <p:cNvSpPr txBox="1"/>
            <p:nvPr/>
          </p:nvSpPr>
          <p:spPr>
            <a:xfrm>
              <a:off x="14650608" y="7888036"/>
              <a:ext cx="2715022" cy="2418504"/>
            </a:xfrm>
            <a:prstGeom prst="rect">
              <a:avLst/>
            </a:prstGeom>
          </p:spPr>
          <p:txBody>
            <a:bodyPr lIns="0" tIns="0" rIns="0" bIns="0" rtlCol="0" anchor="t">
              <a:spAutoFit/>
            </a:bodyPr>
            <a:lstStyle/>
            <a:p>
              <a:pPr algn="ctr">
                <a:lnSpc>
                  <a:spcPts val="15259"/>
                </a:lnSpc>
                <a:spcBef>
                  <a:spcPct val="0"/>
                </a:spcBef>
              </a:pPr>
              <a:r>
                <a:rPr lang="en-US" sz="10899">
                  <a:solidFill>
                    <a:srgbClr val="FFFFFF"/>
                  </a:solidFill>
                  <a:latin typeface="Red Hat Display"/>
                  <a:ea typeface="Red Hat Display"/>
                  <a:cs typeface="Red Hat Display"/>
                  <a:sym typeface="Red Hat Display"/>
                </a:rPr>
                <a:t>06.</a:t>
              </a:r>
            </a:p>
          </p:txBody>
        </p:sp>
      </p:grpSp>
      <p:grpSp>
        <p:nvGrpSpPr>
          <p:cNvPr id="41" name="Group 41"/>
          <p:cNvGrpSpPr/>
          <p:nvPr/>
        </p:nvGrpSpPr>
        <p:grpSpPr>
          <a:xfrm>
            <a:off x="6995244" y="2496899"/>
            <a:ext cx="4297511" cy="4623849"/>
            <a:chOff x="0" y="0"/>
            <a:chExt cx="5730015" cy="6165133"/>
          </a:xfrm>
        </p:grpSpPr>
        <p:sp>
          <p:nvSpPr>
            <p:cNvPr id="42" name="Freeform 42"/>
            <p:cNvSpPr/>
            <p:nvPr/>
          </p:nvSpPr>
          <p:spPr>
            <a:xfrm rot="-7900054">
              <a:off x="402458" y="402817"/>
              <a:ext cx="1350642" cy="606561"/>
            </a:xfrm>
            <a:custGeom>
              <a:avLst/>
              <a:gdLst/>
              <a:ahLst/>
              <a:cxnLst/>
              <a:rect l="l" t="t" r="r" b="b"/>
              <a:pathLst>
                <a:path w="1350642" h="606561">
                  <a:moveTo>
                    <a:pt x="0" y="0"/>
                  </a:moveTo>
                  <a:lnTo>
                    <a:pt x="1350641" y="0"/>
                  </a:lnTo>
                  <a:lnTo>
                    <a:pt x="1350641" y="606561"/>
                  </a:lnTo>
                  <a:lnTo>
                    <a:pt x="0" y="6065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3" name="Freeform 43"/>
            <p:cNvSpPr/>
            <p:nvPr/>
          </p:nvSpPr>
          <p:spPr>
            <a:xfrm rot="-2700000">
              <a:off x="3960453" y="418109"/>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4" name="Freeform 44"/>
            <p:cNvSpPr/>
            <p:nvPr/>
          </p:nvSpPr>
          <p:spPr>
            <a:xfrm rot="3209977">
              <a:off x="4029166" y="5138594"/>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5" name="Freeform 45"/>
            <p:cNvSpPr/>
            <p:nvPr/>
          </p:nvSpPr>
          <p:spPr>
            <a:xfrm rot="7866361">
              <a:off x="377227" y="5106418"/>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6" name="TextBox 46"/>
            <p:cNvSpPr txBox="1"/>
            <p:nvPr/>
          </p:nvSpPr>
          <p:spPr>
            <a:xfrm>
              <a:off x="0" y="1755448"/>
              <a:ext cx="5730015" cy="2765849"/>
            </a:xfrm>
            <a:prstGeom prst="rect">
              <a:avLst/>
            </a:prstGeom>
          </p:spPr>
          <p:txBody>
            <a:bodyPr lIns="0" tIns="0" rIns="0" bIns="0" rtlCol="0" anchor="t">
              <a:spAutoFit/>
            </a:bodyPr>
            <a:lstStyle/>
            <a:p>
              <a:pPr marL="0" lvl="1" indent="0" algn="ctr">
                <a:lnSpc>
                  <a:spcPts val="7760"/>
                </a:lnSpc>
                <a:spcBef>
                  <a:spcPct val="0"/>
                </a:spcBef>
              </a:pPr>
              <a:r>
                <a:rPr lang="en-US" sz="8000">
                  <a:solidFill>
                    <a:srgbClr val="FFFFFF"/>
                  </a:solidFill>
                  <a:latin typeface="Archivo Black"/>
                  <a:ea typeface="Archivo Black"/>
                  <a:cs typeface="Archivo Black"/>
                  <a:sym typeface="Archivo Black"/>
                </a:rPr>
                <a:t>Mind Map</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664915" y="8452439"/>
            <a:ext cx="5020845" cy="5020845"/>
          </a:xfrm>
          <a:custGeom>
            <a:avLst/>
            <a:gdLst/>
            <a:ahLst/>
            <a:cxnLst/>
            <a:rect l="l" t="t" r="r" b="b"/>
            <a:pathLst>
              <a:path w="5020845" h="5020845">
                <a:moveTo>
                  <a:pt x="0" y="0"/>
                </a:moveTo>
                <a:lnTo>
                  <a:pt x="5020846" y="0"/>
                </a:lnTo>
                <a:lnTo>
                  <a:pt x="5020846" y="5020845"/>
                </a:lnTo>
                <a:lnTo>
                  <a:pt x="0" y="5020845"/>
                </a:lnTo>
                <a:lnTo>
                  <a:pt x="0" y="0"/>
                </a:lnTo>
                <a:close/>
              </a:path>
            </a:pathLst>
          </a:custGeom>
          <a:blipFill>
            <a:blip r:embed="rId2">
              <a:alphaModFix amt="98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84027" y="4498255"/>
            <a:ext cx="2774206" cy="2774206"/>
          </a:xfrm>
          <a:custGeom>
            <a:avLst/>
            <a:gdLst/>
            <a:ahLst/>
            <a:cxnLst/>
            <a:rect l="l" t="t" r="r" b="b"/>
            <a:pathLst>
              <a:path w="2774206" h="2774206">
                <a:moveTo>
                  <a:pt x="0" y="0"/>
                </a:moveTo>
                <a:lnTo>
                  <a:pt x="2774205" y="0"/>
                </a:lnTo>
                <a:lnTo>
                  <a:pt x="2774205" y="2774206"/>
                </a:lnTo>
                <a:lnTo>
                  <a:pt x="0" y="27742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8458784" y="3364645"/>
            <a:ext cx="8306167" cy="1727736"/>
            <a:chOff x="0" y="0"/>
            <a:chExt cx="2214252" cy="460578"/>
          </a:xfrm>
        </p:grpSpPr>
        <p:sp>
          <p:nvSpPr>
            <p:cNvPr id="5" name="Freeform 5"/>
            <p:cNvSpPr/>
            <p:nvPr/>
          </p:nvSpPr>
          <p:spPr>
            <a:xfrm>
              <a:off x="0" y="0"/>
              <a:ext cx="2214252" cy="460578"/>
            </a:xfrm>
            <a:custGeom>
              <a:avLst/>
              <a:gdLst/>
              <a:ahLst/>
              <a:cxnLst/>
              <a:rect l="l" t="t" r="r" b="b"/>
              <a:pathLst>
                <a:path w="2214252" h="460578">
                  <a:moveTo>
                    <a:pt x="76430" y="0"/>
                  </a:moveTo>
                  <a:lnTo>
                    <a:pt x="2137822" y="0"/>
                  </a:lnTo>
                  <a:cubicBezTo>
                    <a:pt x="2158093" y="0"/>
                    <a:pt x="2177533" y="8052"/>
                    <a:pt x="2191866" y="22386"/>
                  </a:cubicBezTo>
                  <a:cubicBezTo>
                    <a:pt x="2206200" y="36719"/>
                    <a:pt x="2214252" y="56159"/>
                    <a:pt x="2214252" y="76430"/>
                  </a:cubicBezTo>
                  <a:lnTo>
                    <a:pt x="2214252" y="384149"/>
                  </a:lnTo>
                  <a:cubicBezTo>
                    <a:pt x="2214252" y="404419"/>
                    <a:pt x="2206200" y="423859"/>
                    <a:pt x="2191866" y="438193"/>
                  </a:cubicBezTo>
                  <a:cubicBezTo>
                    <a:pt x="2177533" y="452526"/>
                    <a:pt x="2158093" y="460578"/>
                    <a:pt x="2137822" y="460578"/>
                  </a:cubicBezTo>
                  <a:lnTo>
                    <a:pt x="76430" y="460578"/>
                  </a:lnTo>
                  <a:cubicBezTo>
                    <a:pt x="56159" y="460578"/>
                    <a:pt x="36719" y="452526"/>
                    <a:pt x="22386" y="438193"/>
                  </a:cubicBezTo>
                  <a:cubicBezTo>
                    <a:pt x="8052" y="423859"/>
                    <a:pt x="0" y="404419"/>
                    <a:pt x="0" y="38414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txBody>
            <a:bodyPr/>
            <a:lstStyle/>
            <a:p>
              <a:endParaRPr lang="en-US"/>
            </a:p>
          </p:txBody>
        </p:sp>
        <p:sp>
          <p:nvSpPr>
            <p:cNvPr id="6" name="TextBox 6"/>
            <p:cNvSpPr txBox="1"/>
            <p:nvPr/>
          </p:nvSpPr>
          <p:spPr>
            <a:xfrm>
              <a:off x="0" y="-57150"/>
              <a:ext cx="2214252" cy="517728"/>
            </a:xfrm>
            <a:prstGeom prst="rect">
              <a:avLst/>
            </a:prstGeom>
          </p:spPr>
          <p:txBody>
            <a:bodyPr lIns="52257" tIns="52257" rIns="52257" bIns="52257" rtlCol="0" anchor="ctr"/>
            <a:lstStyle/>
            <a:p>
              <a:pPr algn="ctr">
                <a:lnSpc>
                  <a:spcPts val="2660"/>
                </a:lnSpc>
                <a:spcBef>
                  <a:spcPct val="0"/>
                </a:spcBef>
              </a:pPr>
              <a:endParaRPr/>
            </a:p>
          </p:txBody>
        </p:sp>
      </p:grpSp>
      <p:sp>
        <p:nvSpPr>
          <p:cNvPr id="7" name="Freeform 7"/>
          <p:cNvSpPr/>
          <p:nvPr/>
        </p:nvSpPr>
        <p:spPr>
          <a:xfrm>
            <a:off x="7427703" y="6152842"/>
            <a:ext cx="1306722" cy="1306722"/>
          </a:xfrm>
          <a:custGeom>
            <a:avLst/>
            <a:gdLst/>
            <a:ahLst/>
            <a:cxnLst/>
            <a:rect l="l" t="t" r="r" b="b"/>
            <a:pathLst>
              <a:path w="1306722" h="1306722">
                <a:moveTo>
                  <a:pt x="0" y="0"/>
                </a:moveTo>
                <a:lnTo>
                  <a:pt x="1306722" y="0"/>
                </a:lnTo>
                <a:lnTo>
                  <a:pt x="1306722" y="1306722"/>
                </a:lnTo>
                <a:lnTo>
                  <a:pt x="0" y="1306722"/>
                </a:lnTo>
                <a:lnTo>
                  <a:pt x="0" y="0"/>
                </a:lnTo>
                <a:close/>
              </a:path>
            </a:pathLst>
          </a:custGeom>
          <a:blipFill>
            <a:blip r:embed="rId2">
              <a:alphaModFix amt="98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8" name="Group 8"/>
          <p:cNvGrpSpPr/>
          <p:nvPr/>
        </p:nvGrpSpPr>
        <p:grpSpPr>
          <a:xfrm>
            <a:off x="8458784" y="5288974"/>
            <a:ext cx="8306167" cy="1727736"/>
            <a:chOff x="0" y="0"/>
            <a:chExt cx="2214252" cy="460578"/>
          </a:xfrm>
        </p:grpSpPr>
        <p:sp>
          <p:nvSpPr>
            <p:cNvPr id="9" name="Freeform 9"/>
            <p:cNvSpPr/>
            <p:nvPr/>
          </p:nvSpPr>
          <p:spPr>
            <a:xfrm>
              <a:off x="0" y="0"/>
              <a:ext cx="2214252" cy="460578"/>
            </a:xfrm>
            <a:custGeom>
              <a:avLst/>
              <a:gdLst/>
              <a:ahLst/>
              <a:cxnLst/>
              <a:rect l="l" t="t" r="r" b="b"/>
              <a:pathLst>
                <a:path w="2214252" h="460578">
                  <a:moveTo>
                    <a:pt x="76430" y="0"/>
                  </a:moveTo>
                  <a:lnTo>
                    <a:pt x="2137822" y="0"/>
                  </a:lnTo>
                  <a:cubicBezTo>
                    <a:pt x="2158093" y="0"/>
                    <a:pt x="2177533" y="8052"/>
                    <a:pt x="2191866" y="22386"/>
                  </a:cubicBezTo>
                  <a:cubicBezTo>
                    <a:pt x="2206200" y="36719"/>
                    <a:pt x="2214252" y="56159"/>
                    <a:pt x="2214252" y="76430"/>
                  </a:cubicBezTo>
                  <a:lnTo>
                    <a:pt x="2214252" y="384149"/>
                  </a:lnTo>
                  <a:cubicBezTo>
                    <a:pt x="2214252" y="404419"/>
                    <a:pt x="2206200" y="423859"/>
                    <a:pt x="2191866" y="438193"/>
                  </a:cubicBezTo>
                  <a:cubicBezTo>
                    <a:pt x="2177533" y="452526"/>
                    <a:pt x="2158093" y="460578"/>
                    <a:pt x="2137822" y="460578"/>
                  </a:cubicBezTo>
                  <a:lnTo>
                    <a:pt x="76430" y="460578"/>
                  </a:lnTo>
                  <a:cubicBezTo>
                    <a:pt x="56159" y="460578"/>
                    <a:pt x="36719" y="452526"/>
                    <a:pt x="22386" y="438193"/>
                  </a:cubicBezTo>
                  <a:cubicBezTo>
                    <a:pt x="8052" y="423859"/>
                    <a:pt x="0" y="404419"/>
                    <a:pt x="0" y="38414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txBody>
            <a:bodyPr/>
            <a:lstStyle/>
            <a:p>
              <a:endParaRPr lang="en-US"/>
            </a:p>
          </p:txBody>
        </p:sp>
        <p:sp>
          <p:nvSpPr>
            <p:cNvPr id="10" name="TextBox 10"/>
            <p:cNvSpPr txBox="1"/>
            <p:nvPr/>
          </p:nvSpPr>
          <p:spPr>
            <a:xfrm>
              <a:off x="0" y="-57150"/>
              <a:ext cx="2214252" cy="517728"/>
            </a:xfrm>
            <a:prstGeom prst="rect">
              <a:avLst/>
            </a:prstGeom>
          </p:spPr>
          <p:txBody>
            <a:bodyPr lIns="52257" tIns="52257" rIns="52257" bIns="52257" rtlCol="0" anchor="ctr"/>
            <a:lstStyle/>
            <a:p>
              <a:pPr algn="ctr">
                <a:lnSpc>
                  <a:spcPts val="2660"/>
                </a:lnSpc>
                <a:spcBef>
                  <a:spcPct val="0"/>
                </a:spcBef>
              </a:pPr>
              <a:endParaRPr/>
            </a:p>
          </p:txBody>
        </p:sp>
      </p:grpSp>
      <p:grpSp>
        <p:nvGrpSpPr>
          <p:cNvPr id="11" name="Group 11"/>
          <p:cNvGrpSpPr/>
          <p:nvPr/>
        </p:nvGrpSpPr>
        <p:grpSpPr>
          <a:xfrm>
            <a:off x="8458784" y="7216734"/>
            <a:ext cx="8306167" cy="1727736"/>
            <a:chOff x="0" y="0"/>
            <a:chExt cx="2214252" cy="460578"/>
          </a:xfrm>
        </p:grpSpPr>
        <p:sp>
          <p:nvSpPr>
            <p:cNvPr id="12" name="Freeform 12"/>
            <p:cNvSpPr/>
            <p:nvPr/>
          </p:nvSpPr>
          <p:spPr>
            <a:xfrm>
              <a:off x="0" y="0"/>
              <a:ext cx="2214252" cy="460578"/>
            </a:xfrm>
            <a:custGeom>
              <a:avLst/>
              <a:gdLst/>
              <a:ahLst/>
              <a:cxnLst/>
              <a:rect l="l" t="t" r="r" b="b"/>
              <a:pathLst>
                <a:path w="2214252" h="460578">
                  <a:moveTo>
                    <a:pt x="76430" y="0"/>
                  </a:moveTo>
                  <a:lnTo>
                    <a:pt x="2137822" y="0"/>
                  </a:lnTo>
                  <a:cubicBezTo>
                    <a:pt x="2158093" y="0"/>
                    <a:pt x="2177533" y="8052"/>
                    <a:pt x="2191866" y="22386"/>
                  </a:cubicBezTo>
                  <a:cubicBezTo>
                    <a:pt x="2206200" y="36719"/>
                    <a:pt x="2214252" y="56159"/>
                    <a:pt x="2214252" y="76430"/>
                  </a:cubicBezTo>
                  <a:lnTo>
                    <a:pt x="2214252" y="384149"/>
                  </a:lnTo>
                  <a:cubicBezTo>
                    <a:pt x="2214252" y="404419"/>
                    <a:pt x="2206200" y="423859"/>
                    <a:pt x="2191866" y="438193"/>
                  </a:cubicBezTo>
                  <a:cubicBezTo>
                    <a:pt x="2177533" y="452526"/>
                    <a:pt x="2158093" y="460578"/>
                    <a:pt x="2137822" y="460578"/>
                  </a:cubicBezTo>
                  <a:lnTo>
                    <a:pt x="76430" y="460578"/>
                  </a:lnTo>
                  <a:cubicBezTo>
                    <a:pt x="56159" y="460578"/>
                    <a:pt x="36719" y="452526"/>
                    <a:pt x="22386" y="438193"/>
                  </a:cubicBezTo>
                  <a:cubicBezTo>
                    <a:pt x="8052" y="423859"/>
                    <a:pt x="0" y="404419"/>
                    <a:pt x="0" y="38414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txBody>
            <a:bodyPr/>
            <a:lstStyle/>
            <a:p>
              <a:endParaRPr lang="en-US"/>
            </a:p>
          </p:txBody>
        </p:sp>
        <p:sp>
          <p:nvSpPr>
            <p:cNvPr id="13" name="TextBox 13"/>
            <p:cNvSpPr txBox="1"/>
            <p:nvPr/>
          </p:nvSpPr>
          <p:spPr>
            <a:xfrm>
              <a:off x="0" y="-57150"/>
              <a:ext cx="2214252" cy="517728"/>
            </a:xfrm>
            <a:prstGeom prst="rect">
              <a:avLst/>
            </a:prstGeom>
          </p:spPr>
          <p:txBody>
            <a:bodyPr lIns="52257" tIns="52257" rIns="52257" bIns="52257" rtlCol="0" anchor="ctr"/>
            <a:lstStyle/>
            <a:p>
              <a:pPr algn="ctr">
                <a:lnSpc>
                  <a:spcPts val="2660"/>
                </a:lnSpc>
                <a:spcBef>
                  <a:spcPct val="0"/>
                </a:spcBef>
              </a:pPr>
              <a:endParaRPr/>
            </a:p>
          </p:txBody>
        </p:sp>
      </p:grpSp>
      <p:grpSp>
        <p:nvGrpSpPr>
          <p:cNvPr id="14" name="Group 14"/>
          <p:cNvGrpSpPr/>
          <p:nvPr/>
        </p:nvGrpSpPr>
        <p:grpSpPr>
          <a:xfrm>
            <a:off x="9144000" y="3853293"/>
            <a:ext cx="788030" cy="78803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grpSp>
        <p:nvGrpSpPr>
          <p:cNvPr id="17" name="Group 17"/>
          <p:cNvGrpSpPr/>
          <p:nvPr/>
        </p:nvGrpSpPr>
        <p:grpSpPr>
          <a:xfrm>
            <a:off x="9144000" y="5760542"/>
            <a:ext cx="788030" cy="78803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19" name="TextBox 19"/>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9144000" y="7664409"/>
            <a:ext cx="788030" cy="78803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22" name="TextBox 22"/>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sp>
        <p:nvSpPr>
          <p:cNvPr id="23" name="TextBox 23"/>
          <p:cNvSpPr txBox="1"/>
          <p:nvPr/>
        </p:nvSpPr>
        <p:spPr>
          <a:xfrm>
            <a:off x="1523048" y="3278920"/>
            <a:ext cx="6300907" cy="2371098"/>
          </a:xfrm>
          <a:prstGeom prst="rect">
            <a:avLst/>
          </a:prstGeom>
        </p:spPr>
        <p:txBody>
          <a:bodyPr lIns="0" tIns="0" rIns="0" bIns="0" rtlCol="0" anchor="t">
            <a:spAutoFit/>
          </a:bodyPr>
          <a:lstStyle/>
          <a:p>
            <a:pPr algn="l">
              <a:lnSpc>
                <a:spcPts val="8219"/>
              </a:lnSpc>
            </a:pPr>
            <a:r>
              <a:rPr lang="en-US" sz="8219">
                <a:solidFill>
                  <a:srgbClr val="FFFFFF"/>
                </a:solidFill>
                <a:latin typeface="Agrandir Grand"/>
                <a:ea typeface="Agrandir Grand"/>
                <a:cs typeface="Agrandir Grand"/>
                <a:sym typeface="Agrandir Grand"/>
              </a:rPr>
              <a:t>MARKET ANALYSIS</a:t>
            </a:r>
          </a:p>
        </p:txBody>
      </p:sp>
      <p:sp>
        <p:nvSpPr>
          <p:cNvPr id="24" name="TextBox 24"/>
          <p:cNvSpPr txBox="1"/>
          <p:nvPr/>
        </p:nvSpPr>
        <p:spPr>
          <a:xfrm>
            <a:off x="1523048" y="6192657"/>
            <a:ext cx="5304579" cy="1232786"/>
          </a:xfrm>
          <a:prstGeom prst="rect">
            <a:avLst/>
          </a:prstGeom>
        </p:spPr>
        <p:txBody>
          <a:bodyPr lIns="0" tIns="0" rIns="0" bIns="0" rtlCol="0" anchor="t">
            <a:spAutoFit/>
          </a:bodyPr>
          <a:lstStyle/>
          <a:p>
            <a:pPr algn="l">
              <a:lnSpc>
                <a:spcPts val="3149"/>
              </a:lnSpc>
            </a:pPr>
            <a:r>
              <a:rPr lang="en-US" sz="3149">
                <a:solidFill>
                  <a:srgbClr val="A2A2A2"/>
                </a:solidFill>
                <a:latin typeface="Poppins"/>
                <a:ea typeface="Poppins"/>
                <a:cs typeface="Poppins"/>
                <a:sym typeface="Poppins"/>
              </a:rPr>
              <a:t>We conducted a market analysis and the data we obtained are as follows:</a:t>
            </a:r>
          </a:p>
        </p:txBody>
      </p:sp>
      <p:sp>
        <p:nvSpPr>
          <p:cNvPr id="25" name="TextBox 25"/>
          <p:cNvSpPr txBox="1"/>
          <p:nvPr/>
        </p:nvSpPr>
        <p:spPr>
          <a:xfrm>
            <a:off x="10151207" y="3935703"/>
            <a:ext cx="6080958" cy="604822"/>
          </a:xfrm>
          <a:prstGeom prst="rect">
            <a:avLst/>
          </a:prstGeom>
        </p:spPr>
        <p:txBody>
          <a:bodyPr lIns="0" tIns="0" rIns="0" bIns="0" rtlCol="0" anchor="t">
            <a:spAutoFit/>
          </a:bodyPr>
          <a:lstStyle/>
          <a:p>
            <a:pPr algn="l">
              <a:lnSpc>
                <a:spcPts val="2276"/>
              </a:lnSpc>
            </a:pPr>
            <a:r>
              <a:rPr lang="en-US" sz="2276">
                <a:solidFill>
                  <a:srgbClr val="A2A2A2"/>
                </a:solidFill>
                <a:latin typeface="Poppins"/>
                <a:ea typeface="Poppins"/>
                <a:cs typeface="Poppins"/>
                <a:sym typeface="Poppins"/>
              </a:rPr>
              <a:t>Target market : Age 13 - 45 years, female and male, urban and suburban locations.</a:t>
            </a:r>
          </a:p>
        </p:txBody>
      </p:sp>
      <p:sp>
        <p:nvSpPr>
          <p:cNvPr id="26" name="TextBox 26"/>
          <p:cNvSpPr txBox="1"/>
          <p:nvPr/>
        </p:nvSpPr>
        <p:spPr>
          <a:xfrm>
            <a:off x="10151207" y="5975711"/>
            <a:ext cx="6080958" cy="321721"/>
          </a:xfrm>
          <a:prstGeom prst="rect">
            <a:avLst/>
          </a:prstGeom>
        </p:spPr>
        <p:txBody>
          <a:bodyPr lIns="0" tIns="0" rIns="0" bIns="0" rtlCol="0" anchor="t">
            <a:spAutoFit/>
          </a:bodyPr>
          <a:lstStyle/>
          <a:p>
            <a:pPr algn="l">
              <a:lnSpc>
                <a:spcPts val="2276"/>
              </a:lnSpc>
            </a:pPr>
            <a:r>
              <a:rPr lang="en-US" sz="2276">
                <a:solidFill>
                  <a:srgbClr val="A2A2A2"/>
                </a:solidFill>
                <a:latin typeface="Poppins"/>
                <a:ea typeface="Poppins"/>
                <a:cs typeface="Poppins"/>
                <a:sym typeface="Poppins"/>
              </a:rPr>
              <a:t>Industry Trend : Environmentally friendly</a:t>
            </a:r>
          </a:p>
        </p:txBody>
      </p:sp>
      <p:sp>
        <p:nvSpPr>
          <p:cNvPr id="27" name="TextBox 27"/>
          <p:cNvSpPr txBox="1"/>
          <p:nvPr/>
        </p:nvSpPr>
        <p:spPr>
          <a:xfrm>
            <a:off x="10151207" y="7879578"/>
            <a:ext cx="6080958" cy="321721"/>
          </a:xfrm>
          <a:prstGeom prst="rect">
            <a:avLst/>
          </a:prstGeom>
        </p:spPr>
        <p:txBody>
          <a:bodyPr lIns="0" tIns="0" rIns="0" bIns="0" rtlCol="0" anchor="t">
            <a:spAutoFit/>
          </a:bodyPr>
          <a:lstStyle/>
          <a:p>
            <a:pPr algn="l">
              <a:lnSpc>
                <a:spcPts val="2276"/>
              </a:lnSpc>
            </a:pPr>
            <a:r>
              <a:rPr lang="en-US" sz="2276">
                <a:solidFill>
                  <a:srgbClr val="A2A2A2"/>
                </a:solidFill>
                <a:latin typeface="Poppins"/>
                <a:ea typeface="Poppins"/>
                <a:cs typeface="Poppins"/>
                <a:sym typeface="Poppins"/>
              </a:rPr>
              <a:t>Market Opportunity : Sustainable Products</a:t>
            </a:r>
          </a:p>
        </p:txBody>
      </p:sp>
      <p:sp>
        <p:nvSpPr>
          <p:cNvPr id="28" name="TextBox 28"/>
          <p:cNvSpPr txBox="1"/>
          <p:nvPr/>
        </p:nvSpPr>
        <p:spPr>
          <a:xfrm>
            <a:off x="9332065" y="4094571"/>
            <a:ext cx="411900" cy="324523"/>
          </a:xfrm>
          <a:prstGeom prst="rect">
            <a:avLst/>
          </a:prstGeom>
        </p:spPr>
        <p:txBody>
          <a:bodyPr lIns="0" tIns="0" rIns="0" bIns="0" rtlCol="0" anchor="t">
            <a:spAutoFit/>
          </a:bodyPr>
          <a:lstStyle/>
          <a:p>
            <a:pPr algn="ctr">
              <a:lnSpc>
                <a:spcPts val="2276"/>
              </a:lnSpc>
            </a:pPr>
            <a:r>
              <a:rPr lang="en-US" sz="2276" b="1">
                <a:solidFill>
                  <a:srgbClr val="FFFFFF"/>
                </a:solidFill>
                <a:latin typeface="Poppins Bold"/>
                <a:ea typeface="Poppins Bold"/>
                <a:cs typeface="Poppins Bold"/>
                <a:sym typeface="Poppins Bold"/>
              </a:rPr>
              <a:t>01</a:t>
            </a:r>
          </a:p>
        </p:txBody>
      </p:sp>
      <p:sp>
        <p:nvSpPr>
          <p:cNvPr id="29" name="TextBox 29"/>
          <p:cNvSpPr txBox="1"/>
          <p:nvPr/>
        </p:nvSpPr>
        <p:spPr>
          <a:xfrm>
            <a:off x="9332065" y="6000105"/>
            <a:ext cx="411900" cy="324523"/>
          </a:xfrm>
          <a:prstGeom prst="rect">
            <a:avLst/>
          </a:prstGeom>
        </p:spPr>
        <p:txBody>
          <a:bodyPr lIns="0" tIns="0" rIns="0" bIns="0" rtlCol="0" anchor="t">
            <a:spAutoFit/>
          </a:bodyPr>
          <a:lstStyle/>
          <a:p>
            <a:pPr algn="ctr">
              <a:lnSpc>
                <a:spcPts val="2276"/>
              </a:lnSpc>
            </a:pPr>
            <a:r>
              <a:rPr lang="en-US" sz="2276" b="1">
                <a:solidFill>
                  <a:srgbClr val="FFFFFF"/>
                </a:solidFill>
                <a:latin typeface="Poppins Bold"/>
                <a:ea typeface="Poppins Bold"/>
                <a:cs typeface="Poppins Bold"/>
                <a:sym typeface="Poppins Bold"/>
              </a:rPr>
              <a:t>02</a:t>
            </a:r>
          </a:p>
        </p:txBody>
      </p:sp>
      <p:sp>
        <p:nvSpPr>
          <p:cNvPr id="30" name="TextBox 30"/>
          <p:cNvSpPr txBox="1"/>
          <p:nvPr/>
        </p:nvSpPr>
        <p:spPr>
          <a:xfrm>
            <a:off x="9332065" y="7902534"/>
            <a:ext cx="411900" cy="324523"/>
          </a:xfrm>
          <a:prstGeom prst="rect">
            <a:avLst/>
          </a:prstGeom>
        </p:spPr>
        <p:txBody>
          <a:bodyPr lIns="0" tIns="0" rIns="0" bIns="0" rtlCol="0" anchor="t">
            <a:spAutoFit/>
          </a:bodyPr>
          <a:lstStyle/>
          <a:p>
            <a:pPr algn="ctr">
              <a:lnSpc>
                <a:spcPts val="2276"/>
              </a:lnSpc>
            </a:pPr>
            <a:r>
              <a:rPr lang="en-US" sz="2276" b="1">
                <a:solidFill>
                  <a:srgbClr val="FFFFFF"/>
                </a:solidFill>
                <a:latin typeface="Poppins Bold"/>
                <a:ea typeface="Poppins Bold"/>
                <a:cs typeface="Poppins Bold"/>
                <a:sym typeface="Poppins Bold"/>
              </a:rPr>
              <a:t>03</a:t>
            </a:r>
          </a:p>
        </p:txBody>
      </p:sp>
      <p:grpSp>
        <p:nvGrpSpPr>
          <p:cNvPr id="31" name="Group 31"/>
          <p:cNvGrpSpPr/>
          <p:nvPr/>
        </p:nvGrpSpPr>
        <p:grpSpPr>
          <a:xfrm>
            <a:off x="11297615" y="1323480"/>
            <a:ext cx="5467337" cy="988957"/>
            <a:chOff x="0" y="0"/>
            <a:chExt cx="1457479" cy="263635"/>
          </a:xfrm>
        </p:grpSpPr>
        <p:sp>
          <p:nvSpPr>
            <p:cNvPr id="32" name="Freeform 32"/>
            <p:cNvSpPr/>
            <p:nvPr/>
          </p:nvSpPr>
          <p:spPr>
            <a:xfrm>
              <a:off x="0" y="0"/>
              <a:ext cx="1457479" cy="263635"/>
            </a:xfrm>
            <a:custGeom>
              <a:avLst/>
              <a:gdLst/>
              <a:ahLst/>
              <a:cxnLst/>
              <a:rect l="l" t="t" r="r" b="b"/>
              <a:pathLst>
                <a:path w="1457479" h="263635">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solidFill>
              <a:srgbClr val="FFFFFF">
                <a:alpha val="4706"/>
              </a:srgbClr>
            </a:solidFill>
          </p:spPr>
          <p:txBody>
            <a:bodyPr/>
            <a:lstStyle/>
            <a:p>
              <a:endParaRPr lang="en-US"/>
            </a:p>
          </p:txBody>
        </p:sp>
        <p:sp>
          <p:nvSpPr>
            <p:cNvPr id="33" name="TextBox 33"/>
            <p:cNvSpPr txBox="1"/>
            <p:nvPr/>
          </p:nvSpPr>
          <p:spPr>
            <a:xfrm>
              <a:off x="0" y="-57150"/>
              <a:ext cx="1457479" cy="320785"/>
            </a:xfrm>
            <a:prstGeom prst="rect">
              <a:avLst/>
            </a:prstGeom>
          </p:spPr>
          <p:txBody>
            <a:bodyPr lIns="52257" tIns="52257" rIns="52257" bIns="52257" rtlCol="0" anchor="ctr"/>
            <a:lstStyle/>
            <a:p>
              <a:pPr algn="ctr">
                <a:lnSpc>
                  <a:spcPts val="2660"/>
                </a:lnSpc>
                <a:spcBef>
                  <a:spcPct val="0"/>
                </a:spcBef>
              </a:pPr>
              <a:endParaRPr/>
            </a:p>
          </p:txBody>
        </p:sp>
      </p:grpSp>
      <p:sp>
        <p:nvSpPr>
          <p:cNvPr id="34" name="Freeform 34"/>
          <p:cNvSpPr/>
          <p:nvPr/>
        </p:nvSpPr>
        <p:spPr>
          <a:xfrm>
            <a:off x="1523048" y="1669119"/>
            <a:ext cx="665937" cy="385033"/>
          </a:xfrm>
          <a:custGeom>
            <a:avLst/>
            <a:gdLst/>
            <a:ahLst/>
            <a:cxnLst/>
            <a:rect l="l" t="t" r="r" b="b"/>
            <a:pathLst>
              <a:path w="665937" h="385033">
                <a:moveTo>
                  <a:pt x="0" y="0"/>
                </a:moveTo>
                <a:lnTo>
                  <a:pt x="665937" y="0"/>
                </a:lnTo>
                <a:lnTo>
                  <a:pt x="665937" y="385033"/>
                </a:lnTo>
                <a:lnTo>
                  <a:pt x="0" y="3850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35" name="AutoShape 35"/>
          <p:cNvSpPr/>
          <p:nvPr/>
        </p:nvSpPr>
        <p:spPr>
          <a:xfrm>
            <a:off x="2965365" y="1856873"/>
            <a:ext cx="7555869" cy="9525"/>
          </a:xfrm>
          <a:prstGeom prst="line">
            <a:avLst/>
          </a:prstGeom>
          <a:ln w="19050" cap="flat">
            <a:solidFill>
              <a:srgbClr val="4C4C4C"/>
            </a:solidFill>
            <a:prstDash val="solid"/>
            <a:headEnd type="none" w="sm" len="sm"/>
            <a:tailEnd type="none" w="sm" len="sm"/>
          </a:ln>
        </p:spPr>
        <p:txBody>
          <a:bodyPr/>
          <a:lstStyle/>
          <a:p>
            <a:endParaRPr lang="en-US"/>
          </a:p>
        </p:txBody>
      </p:sp>
      <p:sp>
        <p:nvSpPr>
          <p:cNvPr id="36" name="TextBox 36"/>
          <p:cNvSpPr txBox="1"/>
          <p:nvPr/>
        </p:nvSpPr>
        <p:spPr>
          <a:xfrm>
            <a:off x="11754696" y="1650069"/>
            <a:ext cx="4553174" cy="354828"/>
          </a:xfrm>
          <a:prstGeom prst="rect">
            <a:avLst/>
          </a:prstGeom>
        </p:spPr>
        <p:txBody>
          <a:bodyPr lIns="0" tIns="0" rIns="0" bIns="0" rtlCol="0" anchor="t">
            <a:spAutoFit/>
          </a:bodyPr>
          <a:lstStyle/>
          <a:p>
            <a:pPr algn="l">
              <a:lnSpc>
                <a:spcPts val="2474"/>
              </a:lnSpc>
            </a:pPr>
            <a:r>
              <a:rPr lang="en-US" sz="2474" i="1">
                <a:solidFill>
                  <a:srgbClr val="A2A2A2"/>
                </a:solidFill>
                <a:latin typeface="Poppins Italics"/>
                <a:ea typeface="Poppins Italics"/>
                <a:cs typeface="Poppins Italics"/>
                <a:sym typeface="Poppins Italics"/>
              </a:rPr>
              <a:t>Presented By : Claudia Alves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5679766" y="3378882"/>
            <a:ext cx="5216468" cy="5216468"/>
          </a:xfrm>
          <a:custGeom>
            <a:avLst/>
            <a:gdLst/>
            <a:ahLst/>
            <a:cxnLst/>
            <a:rect l="l" t="t" r="r" b="b"/>
            <a:pathLst>
              <a:path w="5216468" h="5216468">
                <a:moveTo>
                  <a:pt x="0" y="0"/>
                </a:moveTo>
                <a:lnTo>
                  <a:pt x="5216468" y="0"/>
                </a:lnTo>
                <a:lnTo>
                  <a:pt x="5216468" y="5216468"/>
                </a:lnTo>
                <a:lnTo>
                  <a:pt x="0" y="5216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185548" y="4879992"/>
            <a:ext cx="2214248" cy="2214248"/>
          </a:xfrm>
          <a:custGeom>
            <a:avLst/>
            <a:gdLst/>
            <a:ahLst/>
            <a:cxnLst/>
            <a:rect l="l" t="t" r="r" b="b"/>
            <a:pathLst>
              <a:path w="2214248" h="2214248">
                <a:moveTo>
                  <a:pt x="0" y="0"/>
                </a:moveTo>
                <a:lnTo>
                  <a:pt x="2214248" y="0"/>
                </a:lnTo>
                <a:lnTo>
                  <a:pt x="2214248" y="2214248"/>
                </a:lnTo>
                <a:lnTo>
                  <a:pt x="0" y="2214248"/>
                </a:lnTo>
                <a:lnTo>
                  <a:pt x="0" y="0"/>
                </a:lnTo>
                <a:close/>
              </a:path>
            </a:pathLst>
          </a:custGeom>
          <a:blipFill>
            <a:blip r:embed="rId4">
              <a:alphaModFix amt="98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1523048" y="3180692"/>
            <a:ext cx="7893911" cy="3152731"/>
          </a:xfrm>
          <a:prstGeom prst="rect">
            <a:avLst/>
          </a:prstGeom>
        </p:spPr>
        <p:txBody>
          <a:bodyPr lIns="0" tIns="0" rIns="0" bIns="0" rtlCol="0" anchor="t">
            <a:spAutoFit/>
          </a:bodyPr>
          <a:lstStyle/>
          <a:p>
            <a:pPr algn="l">
              <a:lnSpc>
                <a:spcPts val="7631"/>
              </a:lnSpc>
            </a:pPr>
            <a:r>
              <a:rPr lang="en-US" sz="7631">
                <a:solidFill>
                  <a:srgbClr val="FFFFFF"/>
                </a:solidFill>
                <a:latin typeface="Agrandir Grand"/>
                <a:ea typeface="Agrandir Grand"/>
                <a:cs typeface="Agrandir Grand"/>
                <a:sym typeface="Agrandir Grand"/>
              </a:rPr>
              <a:t>PROJECT GOALS AND OBJECTIVES</a:t>
            </a:r>
          </a:p>
        </p:txBody>
      </p:sp>
      <p:grpSp>
        <p:nvGrpSpPr>
          <p:cNvPr id="5" name="Group 5"/>
          <p:cNvGrpSpPr/>
          <p:nvPr/>
        </p:nvGrpSpPr>
        <p:grpSpPr>
          <a:xfrm>
            <a:off x="9855110" y="3247367"/>
            <a:ext cx="6909842" cy="2900967"/>
            <a:chOff x="0" y="0"/>
            <a:chExt cx="1898968" cy="797246"/>
          </a:xfrm>
        </p:grpSpPr>
        <p:sp>
          <p:nvSpPr>
            <p:cNvPr id="6" name="Freeform 6"/>
            <p:cNvSpPr/>
            <p:nvPr/>
          </p:nvSpPr>
          <p:spPr>
            <a:xfrm>
              <a:off x="0" y="0"/>
              <a:ext cx="1898968" cy="797246"/>
            </a:xfrm>
            <a:custGeom>
              <a:avLst/>
              <a:gdLst/>
              <a:ahLst/>
              <a:cxnLst/>
              <a:rect l="l" t="t" r="r" b="b"/>
              <a:pathLst>
                <a:path w="1898968" h="797246">
                  <a:moveTo>
                    <a:pt x="91874" y="0"/>
                  </a:moveTo>
                  <a:lnTo>
                    <a:pt x="1807093" y="0"/>
                  </a:lnTo>
                  <a:cubicBezTo>
                    <a:pt x="1857834" y="0"/>
                    <a:pt x="1898968" y="41134"/>
                    <a:pt x="1898968" y="91874"/>
                  </a:cubicBezTo>
                  <a:lnTo>
                    <a:pt x="1898968" y="705372"/>
                  </a:lnTo>
                  <a:cubicBezTo>
                    <a:pt x="1898968" y="729738"/>
                    <a:pt x="1889288" y="753107"/>
                    <a:pt x="1872058" y="770337"/>
                  </a:cubicBezTo>
                  <a:cubicBezTo>
                    <a:pt x="1854829" y="787566"/>
                    <a:pt x="1831460" y="797246"/>
                    <a:pt x="1807093" y="797246"/>
                  </a:cubicBezTo>
                  <a:lnTo>
                    <a:pt x="91874" y="797246"/>
                  </a:lnTo>
                  <a:cubicBezTo>
                    <a:pt x="41134" y="797246"/>
                    <a:pt x="0" y="756112"/>
                    <a:pt x="0" y="705372"/>
                  </a:cubicBezTo>
                  <a:lnTo>
                    <a:pt x="0" y="91874"/>
                  </a:lnTo>
                  <a:cubicBezTo>
                    <a:pt x="0" y="41134"/>
                    <a:pt x="41134" y="0"/>
                    <a:pt x="91874" y="0"/>
                  </a:cubicBezTo>
                  <a:close/>
                </a:path>
              </a:pathLst>
            </a:custGeom>
            <a:solidFill>
              <a:srgbClr val="FFFFFF">
                <a:alpha val="4706"/>
              </a:srgbClr>
            </a:solidFill>
          </p:spPr>
          <p:txBody>
            <a:bodyPr/>
            <a:lstStyle/>
            <a:p>
              <a:endParaRPr lang="en-US"/>
            </a:p>
          </p:txBody>
        </p:sp>
        <p:sp>
          <p:nvSpPr>
            <p:cNvPr id="7" name="TextBox 7"/>
            <p:cNvSpPr txBox="1"/>
            <p:nvPr/>
          </p:nvSpPr>
          <p:spPr>
            <a:xfrm>
              <a:off x="0" y="-57150"/>
              <a:ext cx="1898968" cy="854396"/>
            </a:xfrm>
            <a:prstGeom prst="rect">
              <a:avLst/>
            </a:prstGeom>
          </p:spPr>
          <p:txBody>
            <a:bodyPr lIns="52257" tIns="52257" rIns="52257" bIns="52257" rtlCol="0" anchor="ctr"/>
            <a:lstStyle/>
            <a:p>
              <a:pPr algn="ctr">
                <a:lnSpc>
                  <a:spcPts val="2660"/>
                </a:lnSpc>
                <a:spcBef>
                  <a:spcPct val="0"/>
                </a:spcBef>
              </a:pPr>
              <a:endParaRPr/>
            </a:p>
          </p:txBody>
        </p:sp>
      </p:grpSp>
      <p:grpSp>
        <p:nvGrpSpPr>
          <p:cNvPr id="8" name="Group 8"/>
          <p:cNvGrpSpPr/>
          <p:nvPr/>
        </p:nvGrpSpPr>
        <p:grpSpPr>
          <a:xfrm>
            <a:off x="1523048" y="6733473"/>
            <a:ext cx="15241903" cy="2384244"/>
            <a:chOff x="0" y="0"/>
            <a:chExt cx="4188791" cy="655240"/>
          </a:xfrm>
        </p:grpSpPr>
        <p:sp>
          <p:nvSpPr>
            <p:cNvPr id="9" name="Freeform 9"/>
            <p:cNvSpPr/>
            <p:nvPr/>
          </p:nvSpPr>
          <p:spPr>
            <a:xfrm>
              <a:off x="0" y="0"/>
              <a:ext cx="4188791" cy="655240"/>
            </a:xfrm>
            <a:custGeom>
              <a:avLst/>
              <a:gdLst/>
              <a:ahLst/>
              <a:cxnLst/>
              <a:rect l="l" t="t" r="r" b="b"/>
              <a:pathLst>
                <a:path w="4188791" h="655240">
                  <a:moveTo>
                    <a:pt x="41651" y="0"/>
                  </a:moveTo>
                  <a:lnTo>
                    <a:pt x="4147140" y="0"/>
                  </a:lnTo>
                  <a:cubicBezTo>
                    <a:pt x="4170143" y="0"/>
                    <a:pt x="4188791" y="18648"/>
                    <a:pt x="4188791" y="41651"/>
                  </a:cubicBezTo>
                  <a:lnTo>
                    <a:pt x="4188791" y="613589"/>
                  </a:lnTo>
                  <a:cubicBezTo>
                    <a:pt x="4188791" y="624635"/>
                    <a:pt x="4184403" y="635229"/>
                    <a:pt x="4176592" y="643040"/>
                  </a:cubicBezTo>
                  <a:cubicBezTo>
                    <a:pt x="4168780" y="650851"/>
                    <a:pt x="4158186" y="655240"/>
                    <a:pt x="4147140" y="655240"/>
                  </a:cubicBezTo>
                  <a:lnTo>
                    <a:pt x="41651" y="655240"/>
                  </a:lnTo>
                  <a:cubicBezTo>
                    <a:pt x="18648" y="655240"/>
                    <a:pt x="0" y="636592"/>
                    <a:pt x="0" y="613589"/>
                  </a:cubicBezTo>
                  <a:lnTo>
                    <a:pt x="0" y="41651"/>
                  </a:lnTo>
                  <a:cubicBezTo>
                    <a:pt x="0" y="30604"/>
                    <a:pt x="4388" y="20010"/>
                    <a:pt x="12199" y="12199"/>
                  </a:cubicBezTo>
                  <a:cubicBezTo>
                    <a:pt x="20010" y="4388"/>
                    <a:pt x="30604" y="0"/>
                    <a:pt x="41651" y="0"/>
                  </a:cubicBezTo>
                  <a:close/>
                </a:path>
              </a:pathLst>
            </a:custGeom>
            <a:solidFill>
              <a:srgbClr val="FFFFFF">
                <a:alpha val="4706"/>
              </a:srgbClr>
            </a:solidFill>
          </p:spPr>
          <p:txBody>
            <a:bodyPr/>
            <a:lstStyle/>
            <a:p>
              <a:endParaRPr lang="en-US"/>
            </a:p>
          </p:txBody>
        </p:sp>
        <p:sp>
          <p:nvSpPr>
            <p:cNvPr id="10" name="TextBox 10"/>
            <p:cNvSpPr txBox="1"/>
            <p:nvPr/>
          </p:nvSpPr>
          <p:spPr>
            <a:xfrm>
              <a:off x="0" y="-57150"/>
              <a:ext cx="4188791" cy="712390"/>
            </a:xfrm>
            <a:prstGeom prst="rect">
              <a:avLst/>
            </a:prstGeom>
          </p:spPr>
          <p:txBody>
            <a:bodyPr lIns="52257" tIns="52257" rIns="52257" bIns="52257" rtlCol="0" anchor="ctr"/>
            <a:lstStyle/>
            <a:p>
              <a:pPr algn="ctr">
                <a:lnSpc>
                  <a:spcPts val="2660"/>
                </a:lnSpc>
                <a:spcBef>
                  <a:spcPct val="0"/>
                </a:spcBef>
              </a:pPr>
              <a:endParaRPr/>
            </a:p>
          </p:txBody>
        </p:sp>
      </p:grpSp>
      <p:grpSp>
        <p:nvGrpSpPr>
          <p:cNvPr id="11" name="Group 11"/>
          <p:cNvGrpSpPr/>
          <p:nvPr/>
        </p:nvGrpSpPr>
        <p:grpSpPr>
          <a:xfrm>
            <a:off x="10545829" y="4303836"/>
            <a:ext cx="788030" cy="78803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sp>
        <p:nvSpPr>
          <p:cNvPr id="14" name="TextBox 14"/>
          <p:cNvSpPr txBox="1"/>
          <p:nvPr/>
        </p:nvSpPr>
        <p:spPr>
          <a:xfrm>
            <a:off x="10733894" y="4545115"/>
            <a:ext cx="411900" cy="324523"/>
          </a:xfrm>
          <a:prstGeom prst="rect">
            <a:avLst/>
          </a:prstGeom>
        </p:spPr>
        <p:txBody>
          <a:bodyPr lIns="0" tIns="0" rIns="0" bIns="0" rtlCol="0" anchor="t">
            <a:spAutoFit/>
          </a:bodyPr>
          <a:lstStyle/>
          <a:p>
            <a:pPr algn="ctr">
              <a:lnSpc>
                <a:spcPts val="2276"/>
              </a:lnSpc>
            </a:pPr>
            <a:r>
              <a:rPr lang="en-US" sz="2276" b="1">
                <a:solidFill>
                  <a:srgbClr val="FFFFFF"/>
                </a:solidFill>
                <a:latin typeface="Poppins Bold"/>
                <a:ea typeface="Poppins Bold"/>
                <a:cs typeface="Poppins Bold"/>
                <a:sym typeface="Poppins Bold"/>
              </a:rPr>
              <a:t>01</a:t>
            </a:r>
          </a:p>
        </p:txBody>
      </p:sp>
      <p:sp>
        <p:nvSpPr>
          <p:cNvPr id="15" name="TextBox 15"/>
          <p:cNvSpPr txBox="1"/>
          <p:nvPr/>
        </p:nvSpPr>
        <p:spPr>
          <a:xfrm>
            <a:off x="11586710" y="3996401"/>
            <a:ext cx="4487522" cy="1277279"/>
          </a:xfrm>
          <a:prstGeom prst="rect">
            <a:avLst/>
          </a:prstGeom>
        </p:spPr>
        <p:txBody>
          <a:bodyPr lIns="0" tIns="0" rIns="0" bIns="0" rtlCol="0" anchor="t">
            <a:spAutoFit/>
          </a:bodyPr>
          <a:lstStyle/>
          <a:p>
            <a:pPr algn="l">
              <a:lnSpc>
                <a:spcPts val="2498"/>
              </a:lnSpc>
            </a:pPr>
            <a:r>
              <a:rPr lang="en-US" sz="2498">
                <a:solidFill>
                  <a:srgbClr val="A2A2A2"/>
                </a:solidFill>
                <a:latin typeface="Poppins"/>
                <a:ea typeface="Poppins"/>
                <a:cs typeface="Poppins"/>
                <a:sym typeface="Poppins"/>
              </a:rPr>
              <a:t>Main Objective : Develop a product within 3 months to meet the needs of a rapidly growing market.</a:t>
            </a:r>
          </a:p>
        </p:txBody>
      </p:sp>
      <p:grpSp>
        <p:nvGrpSpPr>
          <p:cNvPr id="16" name="Group 16"/>
          <p:cNvGrpSpPr/>
          <p:nvPr/>
        </p:nvGrpSpPr>
        <p:grpSpPr>
          <a:xfrm>
            <a:off x="2188985" y="7483473"/>
            <a:ext cx="788030" cy="78803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18" name="TextBox 18"/>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sp>
        <p:nvSpPr>
          <p:cNvPr id="19" name="TextBox 19"/>
          <p:cNvSpPr txBox="1"/>
          <p:nvPr/>
        </p:nvSpPr>
        <p:spPr>
          <a:xfrm>
            <a:off x="2377050" y="7703997"/>
            <a:ext cx="411900" cy="324523"/>
          </a:xfrm>
          <a:prstGeom prst="rect">
            <a:avLst/>
          </a:prstGeom>
        </p:spPr>
        <p:txBody>
          <a:bodyPr lIns="0" tIns="0" rIns="0" bIns="0" rtlCol="0" anchor="t">
            <a:spAutoFit/>
          </a:bodyPr>
          <a:lstStyle/>
          <a:p>
            <a:pPr algn="ctr">
              <a:lnSpc>
                <a:spcPts val="2276"/>
              </a:lnSpc>
            </a:pPr>
            <a:r>
              <a:rPr lang="en-US" sz="2276" b="1">
                <a:solidFill>
                  <a:srgbClr val="FFFFFF"/>
                </a:solidFill>
                <a:latin typeface="Poppins Bold"/>
                <a:ea typeface="Poppins Bold"/>
                <a:cs typeface="Poppins Bold"/>
                <a:sym typeface="Poppins Bold"/>
              </a:rPr>
              <a:t>02</a:t>
            </a:r>
          </a:p>
        </p:txBody>
      </p:sp>
      <p:sp>
        <p:nvSpPr>
          <p:cNvPr id="20" name="TextBox 20"/>
          <p:cNvSpPr txBox="1"/>
          <p:nvPr/>
        </p:nvSpPr>
        <p:spPr>
          <a:xfrm>
            <a:off x="3365135" y="7446534"/>
            <a:ext cx="12709097" cy="966683"/>
          </a:xfrm>
          <a:prstGeom prst="rect">
            <a:avLst/>
          </a:prstGeom>
        </p:spPr>
        <p:txBody>
          <a:bodyPr lIns="0" tIns="0" rIns="0" bIns="0" rtlCol="0" anchor="t">
            <a:spAutoFit/>
          </a:bodyPr>
          <a:lstStyle/>
          <a:p>
            <a:pPr algn="l">
              <a:lnSpc>
                <a:spcPts val="2498"/>
              </a:lnSpc>
            </a:pPr>
            <a:r>
              <a:rPr lang="en-US" sz="2498">
                <a:solidFill>
                  <a:srgbClr val="A2A2A2"/>
                </a:solidFill>
                <a:latin typeface="Poppins"/>
                <a:ea typeface="Poppins"/>
                <a:cs typeface="Poppins"/>
                <a:sym typeface="Poppins"/>
              </a:rPr>
              <a:t>Project Objectives: Increase sales by 50% in the first 3 months, increase the number of active customers by 30%, improve marketing and distribution teams, overcome any obstacles quickly, reach the maximum target point in 12 months.</a:t>
            </a:r>
          </a:p>
        </p:txBody>
      </p:sp>
      <p:sp>
        <p:nvSpPr>
          <p:cNvPr id="21" name="Freeform 21"/>
          <p:cNvSpPr/>
          <p:nvPr/>
        </p:nvSpPr>
        <p:spPr>
          <a:xfrm>
            <a:off x="8213665" y="3024755"/>
            <a:ext cx="930335" cy="930335"/>
          </a:xfrm>
          <a:custGeom>
            <a:avLst/>
            <a:gdLst/>
            <a:ahLst/>
            <a:cxnLst/>
            <a:rect l="l" t="t" r="r" b="b"/>
            <a:pathLst>
              <a:path w="930335" h="930335">
                <a:moveTo>
                  <a:pt x="0" y="0"/>
                </a:moveTo>
                <a:lnTo>
                  <a:pt x="930335" y="0"/>
                </a:lnTo>
                <a:lnTo>
                  <a:pt x="930335" y="930335"/>
                </a:lnTo>
                <a:lnTo>
                  <a:pt x="0" y="930335"/>
                </a:lnTo>
                <a:lnTo>
                  <a:pt x="0" y="0"/>
                </a:lnTo>
                <a:close/>
              </a:path>
            </a:pathLst>
          </a:custGeom>
          <a:blipFill>
            <a:blip r:embed="rId4">
              <a:alphaModFix amt="98000"/>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22" name="Group 22"/>
          <p:cNvGrpSpPr/>
          <p:nvPr/>
        </p:nvGrpSpPr>
        <p:grpSpPr>
          <a:xfrm>
            <a:off x="11297615" y="1169283"/>
            <a:ext cx="5467337" cy="988957"/>
            <a:chOff x="0" y="0"/>
            <a:chExt cx="1457479" cy="263635"/>
          </a:xfrm>
        </p:grpSpPr>
        <p:sp>
          <p:nvSpPr>
            <p:cNvPr id="23" name="Freeform 23"/>
            <p:cNvSpPr/>
            <p:nvPr/>
          </p:nvSpPr>
          <p:spPr>
            <a:xfrm>
              <a:off x="0" y="0"/>
              <a:ext cx="1457479" cy="263635"/>
            </a:xfrm>
            <a:custGeom>
              <a:avLst/>
              <a:gdLst/>
              <a:ahLst/>
              <a:cxnLst/>
              <a:rect l="l" t="t" r="r" b="b"/>
              <a:pathLst>
                <a:path w="1457479" h="263635">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solidFill>
              <a:srgbClr val="FFFFFF">
                <a:alpha val="4706"/>
              </a:srgbClr>
            </a:solidFill>
          </p:spPr>
          <p:txBody>
            <a:bodyPr/>
            <a:lstStyle/>
            <a:p>
              <a:endParaRPr lang="en-US"/>
            </a:p>
          </p:txBody>
        </p:sp>
        <p:sp>
          <p:nvSpPr>
            <p:cNvPr id="24" name="TextBox 24"/>
            <p:cNvSpPr txBox="1"/>
            <p:nvPr/>
          </p:nvSpPr>
          <p:spPr>
            <a:xfrm>
              <a:off x="0" y="-57150"/>
              <a:ext cx="1457479" cy="320785"/>
            </a:xfrm>
            <a:prstGeom prst="rect">
              <a:avLst/>
            </a:prstGeom>
          </p:spPr>
          <p:txBody>
            <a:bodyPr lIns="52257" tIns="52257" rIns="52257" bIns="52257" rtlCol="0" anchor="ctr"/>
            <a:lstStyle/>
            <a:p>
              <a:pPr algn="ctr">
                <a:lnSpc>
                  <a:spcPts val="2660"/>
                </a:lnSpc>
                <a:spcBef>
                  <a:spcPct val="0"/>
                </a:spcBef>
              </a:pPr>
              <a:endParaRPr/>
            </a:p>
          </p:txBody>
        </p:sp>
      </p:grpSp>
      <p:sp>
        <p:nvSpPr>
          <p:cNvPr id="25" name="Freeform 25"/>
          <p:cNvSpPr/>
          <p:nvPr/>
        </p:nvSpPr>
        <p:spPr>
          <a:xfrm>
            <a:off x="1523048" y="1514922"/>
            <a:ext cx="665937" cy="385033"/>
          </a:xfrm>
          <a:custGeom>
            <a:avLst/>
            <a:gdLst/>
            <a:ahLst/>
            <a:cxnLst/>
            <a:rect l="l" t="t" r="r" b="b"/>
            <a:pathLst>
              <a:path w="665937" h="385033">
                <a:moveTo>
                  <a:pt x="0" y="0"/>
                </a:moveTo>
                <a:lnTo>
                  <a:pt x="665937" y="0"/>
                </a:lnTo>
                <a:lnTo>
                  <a:pt x="665937" y="385033"/>
                </a:lnTo>
                <a:lnTo>
                  <a:pt x="0" y="3850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6" name="AutoShape 26"/>
          <p:cNvSpPr/>
          <p:nvPr/>
        </p:nvSpPr>
        <p:spPr>
          <a:xfrm>
            <a:off x="2965365" y="1702676"/>
            <a:ext cx="7555869" cy="9525"/>
          </a:xfrm>
          <a:prstGeom prst="line">
            <a:avLst/>
          </a:prstGeom>
          <a:ln w="19050" cap="flat">
            <a:solidFill>
              <a:srgbClr val="4C4C4C"/>
            </a:solidFill>
            <a:prstDash val="solid"/>
            <a:headEnd type="none" w="sm" len="sm"/>
            <a:tailEnd type="none" w="sm" len="sm"/>
          </a:ln>
        </p:spPr>
        <p:txBody>
          <a:bodyPr/>
          <a:lstStyle/>
          <a:p>
            <a:endParaRPr lang="en-US"/>
          </a:p>
        </p:txBody>
      </p:sp>
      <p:sp>
        <p:nvSpPr>
          <p:cNvPr id="27" name="TextBox 27"/>
          <p:cNvSpPr txBox="1"/>
          <p:nvPr/>
        </p:nvSpPr>
        <p:spPr>
          <a:xfrm>
            <a:off x="11754696" y="1495872"/>
            <a:ext cx="4553174" cy="354828"/>
          </a:xfrm>
          <a:prstGeom prst="rect">
            <a:avLst/>
          </a:prstGeom>
        </p:spPr>
        <p:txBody>
          <a:bodyPr lIns="0" tIns="0" rIns="0" bIns="0" rtlCol="0" anchor="t">
            <a:spAutoFit/>
          </a:bodyPr>
          <a:lstStyle/>
          <a:p>
            <a:pPr algn="l">
              <a:lnSpc>
                <a:spcPts val="2474"/>
              </a:lnSpc>
            </a:pPr>
            <a:r>
              <a:rPr lang="en-US" sz="2474" i="1">
                <a:solidFill>
                  <a:srgbClr val="A2A2A2"/>
                </a:solidFill>
                <a:latin typeface="Poppins Italics"/>
                <a:ea typeface="Poppins Italics"/>
                <a:cs typeface="Poppins Italics"/>
                <a:sym typeface="Poppins Italics"/>
              </a:rPr>
              <a:t>Presented By : Claudia Alves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5679766" y="3378882"/>
            <a:ext cx="5216468" cy="5216468"/>
          </a:xfrm>
          <a:custGeom>
            <a:avLst/>
            <a:gdLst/>
            <a:ahLst/>
            <a:cxnLst/>
            <a:rect l="l" t="t" r="r" b="b"/>
            <a:pathLst>
              <a:path w="5216468" h="5216468">
                <a:moveTo>
                  <a:pt x="0" y="0"/>
                </a:moveTo>
                <a:lnTo>
                  <a:pt x="5216468" y="0"/>
                </a:lnTo>
                <a:lnTo>
                  <a:pt x="5216468" y="5216468"/>
                </a:lnTo>
                <a:lnTo>
                  <a:pt x="0" y="5216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185548" y="4879992"/>
            <a:ext cx="2214248" cy="2214248"/>
          </a:xfrm>
          <a:custGeom>
            <a:avLst/>
            <a:gdLst/>
            <a:ahLst/>
            <a:cxnLst/>
            <a:rect l="l" t="t" r="r" b="b"/>
            <a:pathLst>
              <a:path w="2214248" h="2214248">
                <a:moveTo>
                  <a:pt x="0" y="0"/>
                </a:moveTo>
                <a:lnTo>
                  <a:pt x="2214248" y="0"/>
                </a:lnTo>
                <a:lnTo>
                  <a:pt x="2214248" y="2214248"/>
                </a:lnTo>
                <a:lnTo>
                  <a:pt x="0" y="2214248"/>
                </a:lnTo>
                <a:lnTo>
                  <a:pt x="0" y="0"/>
                </a:lnTo>
                <a:close/>
              </a:path>
            </a:pathLst>
          </a:custGeom>
          <a:blipFill>
            <a:blip r:embed="rId4">
              <a:alphaModFix amt="98000"/>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523048" y="6733473"/>
            <a:ext cx="15241903" cy="2384244"/>
            <a:chOff x="0" y="0"/>
            <a:chExt cx="4188791" cy="655240"/>
          </a:xfrm>
        </p:grpSpPr>
        <p:sp>
          <p:nvSpPr>
            <p:cNvPr id="5" name="Freeform 5"/>
            <p:cNvSpPr/>
            <p:nvPr/>
          </p:nvSpPr>
          <p:spPr>
            <a:xfrm>
              <a:off x="0" y="0"/>
              <a:ext cx="4188791" cy="655240"/>
            </a:xfrm>
            <a:custGeom>
              <a:avLst/>
              <a:gdLst/>
              <a:ahLst/>
              <a:cxnLst/>
              <a:rect l="l" t="t" r="r" b="b"/>
              <a:pathLst>
                <a:path w="4188791" h="655240">
                  <a:moveTo>
                    <a:pt x="41651" y="0"/>
                  </a:moveTo>
                  <a:lnTo>
                    <a:pt x="4147140" y="0"/>
                  </a:lnTo>
                  <a:cubicBezTo>
                    <a:pt x="4170143" y="0"/>
                    <a:pt x="4188791" y="18648"/>
                    <a:pt x="4188791" y="41651"/>
                  </a:cubicBezTo>
                  <a:lnTo>
                    <a:pt x="4188791" y="613589"/>
                  </a:lnTo>
                  <a:cubicBezTo>
                    <a:pt x="4188791" y="624635"/>
                    <a:pt x="4184403" y="635229"/>
                    <a:pt x="4176592" y="643040"/>
                  </a:cubicBezTo>
                  <a:cubicBezTo>
                    <a:pt x="4168780" y="650851"/>
                    <a:pt x="4158186" y="655240"/>
                    <a:pt x="4147140" y="655240"/>
                  </a:cubicBezTo>
                  <a:lnTo>
                    <a:pt x="41651" y="655240"/>
                  </a:lnTo>
                  <a:cubicBezTo>
                    <a:pt x="18648" y="655240"/>
                    <a:pt x="0" y="636592"/>
                    <a:pt x="0" y="613589"/>
                  </a:cubicBezTo>
                  <a:lnTo>
                    <a:pt x="0" y="41651"/>
                  </a:lnTo>
                  <a:cubicBezTo>
                    <a:pt x="0" y="30604"/>
                    <a:pt x="4388" y="20010"/>
                    <a:pt x="12199" y="12199"/>
                  </a:cubicBezTo>
                  <a:cubicBezTo>
                    <a:pt x="20010" y="4388"/>
                    <a:pt x="30604" y="0"/>
                    <a:pt x="41651" y="0"/>
                  </a:cubicBezTo>
                  <a:close/>
                </a:path>
              </a:pathLst>
            </a:custGeom>
            <a:solidFill>
              <a:srgbClr val="FFFFFF">
                <a:alpha val="4706"/>
              </a:srgbClr>
            </a:solidFill>
          </p:spPr>
          <p:txBody>
            <a:bodyPr/>
            <a:lstStyle/>
            <a:p>
              <a:endParaRPr lang="en-US"/>
            </a:p>
          </p:txBody>
        </p:sp>
        <p:sp>
          <p:nvSpPr>
            <p:cNvPr id="6" name="TextBox 6"/>
            <p:cNvSpPr txBox="1"/>
            <p:nvPr/>
          </p:nvSpPr>
          <p:spPr>
            <a:xfrm>
              <a:off x="0" y="-57150"/>
              <a:ext cx="4188791" cy="712390"/>
            </a:xfrm>
            <a:prstGeom prst="rect">
              <a:avLst/>
            </a:prstGeom>
          </p:spPr>
          <p:txBody>
            <a:bodyPr lIns="52257" tIns="52257" rIns="52257" bIns="52257" rtlCol="0" anchor="ctr"/>
            <a:lstStyle/>
            <a:p>
              <a:pPr algn="ctr">
                <a:lnSpc>
                  <a:spcPts val="2660"/>
                </a:lnSpc>
                <a:spcBef>
                  <a:spcPct val="0"/>
                </a:spcBef>
              </a:pPr>
              <a:endParaRPr/>
            </a:p>
          </p:txBody>
        </p:sp>
      </p:grpSp>
      <p:sp>
        <p:nvSpPr>
          <p:cNvPr id="7" name="Freeform 7"/>
          <p:cNvSpPr/>
          <p:nvPr/>
        </p:nvSpPr>
        <p:spPr>
          <a:xfrm>
            <a:off x="8213665" y="3024755"/>
            <a:ext cx="930335" cy="930335"/>
          </a:xfrm>
          <a:custGeom>
            <a:avLst/>
            <a:gdLst/>
            <a:ahLst/>
            <a:cxnLst/>
            <a:rect l="l" t="t" r="r" b="b"/>
            <a:pathLst>
              <a:path w="930335" h="930335">
                <a:moveTo>
                  <a:pt x="0" y="0"/>
                </a:moveTo>
                <a:lnTo>
                  <a:pt x="930335" y="0"/>
                </a:lnTo>
                <a:lnTo>
                  <a:pt x="930335" y="930335"/>
                </a:lnTo>
                <a:lnTo>
                  <a:pt x="0" y="930335"/>
                </a:lnTo>
                <a:lnTo>
                  <a:pt x="0" y="0"/>
                </a:lnTo>
                <a:close/>
              </a:path>
            </a:pathLst>
          </a:custGeom>
          <a:blipFill>
            <a:blip r:embed="rId4">
              <a:alphaModFix amt="98000"/>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8" name="Group 8"/>
          <p:cNvGrpSpPr/>
          <p:nvPr/>
        </p:nvGrpSpPr>
        <p:grpSpPr>
          <a:xfrm>
            <a:off x="11297615" y="1169283"/>
            <a:ext cx="5467337" cy="988957"/>
            <a:chOff x="0" y="0"/>
            <a:chExt cx="1457479" cy="263635"/>
          </a:xfrm>
        </p:grpSpPr>
        <p:sp>
          <p:nvSpPr>
            <p:cNvPr id="9" name="Freeform 9"/>
            <p:cNvSpPr/>
            <p:nvPr/>
          </p:nvSpPr>
          <p:spPr>
            <a:xfrm>
              <a:off x="0" y="0"/>
              <a:ext cx="1457479" cy="263635"/>
            </a:xfrm>
            <a:custGeom>
              <a:avLst/>
              <a:gdLst/>
              <a:ahLst/>
              <a:cxnLst/>
              <a:rect l="l" t="t" r="r" b="b"/>
              <a:pathLst>
                <a:path w="1457479" h="263635">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solidFill>
              <a:srgbClr val="FFFFFF">
                <a:alpha val="4706"/>
              </a:srgbClr>
            </a:solidFill>
          </p:spPr>
          <p:txBody>
            <a:bodyPr/>
            <a:lstStyle/>
            <a:p>
              <a:endParaRPr lang="en-US"/>
            </a:p>
          </p:txBody>
        </p:sp>
        <p:sp>
          <p:nvSpPr>
            <p:cNvPr id="10" name="TextBox 10"/>
            <p:cNvSpPr txBox="1"/>
            <p:nvPr/>
          </p:nvSpPr>
          <p:spPr>
            <a:xfrm>
              <a:off x="0" y="-57150"/>
              <a:ext cx="1457479" cy="320785"/>
            </a:xfrm>
            <a:prstGeom prst="rect">
              <a:avLst/>
            </a:prstGeom>
          </p:spPr>
          <p:txBody>
            <a:bodyPr lIns="52257" tIns="52257" rIns="52257" bIns="52257" rtlCol="0" anchor="ctr"/>
            <a:lstStyle/>
            <a:p>
              <a:pPr algn="ctr">
                <a:lnSpc>
                  <a:spcPts val="2660"/>
                </a:lnSpc>
                <a:spcBef>
                  <a:spcPct val="0"/>
                </a:spcBef>
              </a:pPr>
              <a:endParaRPr/>
            </a:p>
          </p:txBody>
        </p:sp>
      </p:grpSp>
      <p:grpSp>
        <p:nvGrpSpPr>
          <p:cNvPr id="11" name="Group 11"/>
          <p:cNvGrpSpPr/>
          <p:nvPr/>
        </p:nvGrpSpPr>
        <p:grpSpPr>
          <a:xfrm>
            <a:off x="-886757" y="4395781"/>
            <a:ext cx="20061513" cy="4187806"/>
            <a:chOff x="0" y="0"/>
            <a:chExt cx="26748685" cy="5583741"/>
          </a:xfrm>
        </p:grpSpPr>
        <p:sp>
          <p:nvSpPr>
            <p:cNvPr id="12" name="AutoShape 12"/>
            <p:cNvSpPr/>
            <p:nvPr/>
          </p:nvSpPr>
          <p:spPr>
            <a:xfrm>
              <a:off x="0" y="334704"/>
              <a:ext cx="26748685" cy="0"/>
            </a:xfrm>
            <a:prstGeom prst="line">
              <a:avLst/>
            </a:prstGeom>
            <a:ln w="38100" cap="flat">
              <a:solidFill>
                <a:srgbClr val="F4F4ED"/>
              </a:solidFill>
              <a:prstDash val="solid"/>
              <a:headEnd type="none" w="sm" len="sm"/>
              <a:tailEnd type="none" w="sm" len="sm"/>
            </a:ln>
          </p:spPr>
          <p:txBody>
            <a:bodyPr/>
            <a:lstStyle/>
            <a:p>
              <a:endParaRPr lang="en-US"/>
            </a:p>
          </p:txBody>
        </p:sp>
        <p:grpSp>
          <p:nvGrpSpPr>
            <p:cNvPr id="13" name="Group 13"/>
            <p:cNvGrpSpPr/>
            <p:nvPr/>
          </p:nvGrpSpPr>
          <p:grpSpPr>
            <a:xfrm>
              <a:off x="9089229" y="0"/>
              <a:ext cx="669408" cy="66940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txBody>
              <a:bodyPr/>
              <a:lstStyle/>
              <a:p>
                <a:endParaRPr lang="en-US"/>
              </a:p>
            </p:txBody>
          </p:sp>
          <p:sp>
            <p:nvSpPr>
              <p:cNvPr id="15" name="TextBox 15"/>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6" name="Group 16"/>
            <p:cNvGrpSpPr/>
            <p:nvPr/>
          </p:nvGrpSpPr>
          <p:grpSpPr>
            <a:xfrm>
              <a:off x="4151764" y="0"/>
              <a:ext cx="669408" cy="66940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p:spPr>
            <p:txBody>
              <a:bodyPr/>
              <a:lstStyle/>
              <a:p>
                <a:endParaRPr lang="en-US"/>
              </a:p>
            </p:txBody>
          </p:sp>
          <p:sp>
            <p:nvSpPr>
              <p:cNvPr id="18" name="TextBox 18"/>
              <p:cNvSpPr txBox="1"/>
              <p:nvPr/>
            </p:nvSpPr>
            <p:spPr>
              <a:xfrm>
                <a:off x="190500" y="228600"/>
                <a:ext cx="431800" cy="393700"/>
              </a:xfrm>
              <a:prstGeom prst="rect">
                <a:avLst/>
              </a:prstGeom>
            </p:spPr>
            <p:txBody>
              <a:bodyPr lIns="50800" tIns="50800" rIns="50800" bIns="50800" rtlCol="0" anchor="ctr"/>
              <a:lstStyle/>
              <a:p>
                <a:pPr algn="ctr">
                  <a:lnSpc>
                    <a:spcPts val="2266"/>
                  </a:lnSpc>
                </a:pPr>
                <a:endParaRPr/>
              </a:p>
            </p:txBody>
          </p:sp>
        </p:grpSp>
        <p:grpSp>
          <p:nvGrpSpPr>
            <p:cNvPr id="19" name="Group 19"/>
            <p:cNvGrpSpPr/>
            <p:nvPr/>
          </p:nvGrpSpPr>
          <p:grpSpPr>
            <a:xfrm>
              <a:off x="14053845" y="0"/>
              <a:ext cx="669408" cy="669408"/>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txBody>
              <a:bodyPr/>
              <a:lstStyle/>
              <a:p>
                <a:endParaRPr lang="en-US"/>
              </a:p>
            </p:txBody>
          </p:sp>
          <p:sp>
            <p:nvSpPr>
              <p:cNvPr id="21" name="TextBox 21"/>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22" name="Group 22"/>
            <p:cNvGrpSpPr/>
            <p:nvPr/>
          </p:nvGrpSpPr>
          <p:grpSpPr>
            <a:xfrm>
              <a:off x="19043861" y="0"/>
              <a:ext cx="669408" cy="66940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txBody>
              <a:bodyPr/>
              <a:lstStyle/>
              <a:p>
                <a:endParaRPr lang="en-US"/>
              </a:p>
            </p:txBody>
          </p:sp>
          <p:sp>
            <p:nvSpPr>
              <p:cNvPr id="24" name="TextBox 24"/>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sp>
          <p:nvSpPr>
            <p:cNvPr id="25" name="TextBox 25"/>
            <p:cNvSpPr txBox="1"/>
            <p:nvPr/>
          </p:nvSpPr>
          <p:spPr>
            <a:xfrm>
              <a:off x="4151764" y="1030769"/>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01</a:t>
              </a:r>
            </a:p>
          </p:txBody>
        </p:sp>
        <p:sp>
          <p:nvSpPr>
            <p:cNvPr id="26" name="TextBox 26"/>
            <p:cNvSpPr txBox="1"/>
            <p:nvPr/>
          </p:nvSpPr>
          <p:spPr>
            <a:xfrm>
              <a:off x="9113633" y="1030769"/>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02</a:t>
              </a:r>
            </a:p>
          </p:txBody>
        </p:sp>
        <p:sp>
          <p:nvSpPr>
            <p:cNvPr id="27" name="TextBox 27"/>
            <p:cNvSpPr txBox="1"/>
            <p:nvPr/>
          </p:nvSpPr>
          <p:spPr>
            <a:xfrm>
              <a:off x="4151764" y="2193878"/>
              <a:ext cx="3528656" cy="231838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id="28" name="TextBox 28"/>
            <p:cNvSpPr txBox="1"/>
            <p:nvPr/>
          </p:nvSpPr>
          <p:spPr>
            <a:xfrm>
              <a:off x="9113633" y="2193878"/>
              <a:ext cx="3643816" cy="192468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id="29" name="TextBox 29"/>
            <p:cNvSpPr txBox="1"/>
            <p:nvPr/>
          </p:nvSpPr>
          <p:spPr>
            <a:xfrm>
              <a:off x="14078249" y="1030769"/>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03</a:t>
              </a:r>
            </a:p>
          </p:txBody>
        </p:sp>
        <p:sp>
          <p:nvSpPr>
            <p:cNvPr id="30" name="TextBox 30"/>
            <p:cNvSpPr txBox="1"/>
            <p:nvPr/>
          </p:nvSpPr>
          <p:spPr>
            <a:xfrm>
              <a:off x="14078249" y="2193878"/>
              <a:ext cx="3663988" cy="192468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id="31" name="TextBox 31"/>
            <p:cNvSpPr txBox="1"/>
            <p:nvPr/>
          </p:nvSpPr>
          <p:spPr>
            <a:xfrm>
              <a:off x="19068264" y="1030769"/>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04</a:t>
              </a:r>
            </a:p>
          </p:txBody>
        </p:sp>
        <p:sp>
          <p:nvSpPr>
            <p:cNvPr id="32" name="TextBox 32"/>
            <p:cNvSpPr txBox="1"/>
            <p:nvPr/>
          </p:nvSpPr>
          <p:spPr>
            <a:xfrm>
              <a:off x="19068264" y="2193878"/>
              <a:ext cx="3528656" cy="231838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id="33" name="Freeform 33"/>
            <p:cNvSpPr/>
            <p:nvPr/>
          </p:nvSpPr>
          <p:spPr>
            <a:xfrm>
              <a:off x="22999515" y="4388514"/>
              <a:ext cx="1195227" cy="1195227"/>
            </a:xfrm>
            <a:custGeom>
              <a:avLst/>
              <a:gdLst/>
              <a:ahLst/>
              <a:cxnLst/>
              <a:rect l="l" t="t" r="r" b="b"/>
              <a:pathLst>
                <a:path w="1195227" h="1195227">
                  <a:moveTo>
                    <a:pt x="0" y="0"/>
                  </a:moveTo>
                  <a:lnTo>
                    <a:pt x="1195227" y="0"/>
                  </a:lnTo>
                  <a:lnTo>
                    <a:pt x="1195227" y="1195227"/>
                  </a:lnTo>
                  <a:lnTo>
                    <a:pt x="0" y="11952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274744" y="4603422"/>
            <a:ext cx="2445367" cy="2445367"/>
          </a:xfrm>
          <a:custGeom>
            <a:avLst/>
            <a:gdLst/>
            <a:ahLst/>
            <a:cxnLst/>
            <a:rect l="l" t="t" r="r" b="b"/>
            <a:pathLst>
              <a:path w="2445367" h="2445367">
                <a:moveTo>
                  <a:pt x="0" y="0"/>
                </a:moveTo>
                <a:lnTo>
                  <a:pt x="2445367" y="0"/>
                </a:lnTo>
                <a:lnTo>
                  <a:pt x="2445367" y="2445367"/>
                </a:lnTo>
                <a:lnTo>
                  <a:pt x="0" y="24453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1297615" y="1066456"/>
            <a:ext cx="5467337" cy="988957"/>
            <a:chOff x="0" y="0"/>
            <a:chExt cx="1457479" cy="263635"/>
          </a:xfrm>
        </p:grpSpPr>
        <p:sp>
          <p:nvSpPr>
            <p:cNvPr id="4" name="Freeform 4"/>
            <p:cNvSpPr/>
            <p:nvPr/>
          </p:nvSpPr>
          <p:spPr>
            <a:xfrm>
              <a:off x="0" y="0"/>
              <a:ext cx="1457479" cy="263635"/>
            </a:xfrm>
            <a:custGeom>
              <a:avLst/>
              <a:gdLst/>
              <a:ahLst/>
              <a:cxnLst/>
              <a:rect l="l" t="t" r="r" b="b"/>
              <a:pathLst>
                <a:path w="1457479" h="263635">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gradFill rotWithShape="1">
              <a:gsLst>
                <a:gs pos="0">
                  <a:srgbClr val="FFFFFF">
                    <a:alpha val="5000"/>
                  </a:srgbClr>
                </a:gs>
                <a:gs pos="50000">
                  <a:srgbClr val="F1F1F1">
                    <a:alpha val="5000"/>
                  </a:srgbClr>
                </a:gs>
                <a:gs pos="100000">
                  <a:srgbClr val="F1F1F1">
                    <a:alpha val="5000"/>
                  </a:srgbClr>
                </a:gs>
              </a:gsLst>
              <a:lin ang="0"/>
            </a:gradFill>
          </p:spPr>
          <p:txBody>
            <a:bodyPr/>
            <a:lstStyle/>
            <a:p>
              <a:endParaRPr lang="en-US"/>
            </a:p>
          </p:txBody>
        </p:sp>
        <p:sp>
          <p:nvSpPr>
            <p:cNvPr id="5" name="TextBox 5"/>
            <p:cNvSpPr txBox="1"/>
            <p:nvPr/>
          </p:nvSpPr>
          <p:spPr>
            <a:xfrm>
              <a:off x="0" y="-57150"/>
              <a:ext cx="1457479" cy="320785"/>
            </a:xfrm>
            <a:prstGeom prst="rect">
              <a:avLst/>
            </a:prstGeom>
          </p:spPr>
          <p:txBody>
            <a:bodyPr lIns="52257" tIns="52257" rIns="52257" bIns="52257" rtlCol="0" anchor="ctr"/>
            <a:lstStyle/>
            <a:p>
              <a:pPr algn="ctr">
                <a:lnSpc>
                  <a:spcPts val="2660"/>
                </a:lnSpc>
                <a:spcBef>
                  <a:spcPct val="0"/>
                </a:spcBef>
              </a:pPr>
              <a:endParaRPr/>
            </a:p>
          </p:txBody>
        </p:sp>
      </p:grpSp>
      <p:sp>
        <p:nvSpPr>
          <p:cNvPr id="6" name="Freeform 6"/>
          <p:cNvSpPr/>
          <p:nvPr/>
        </p:nvSpPr>
        <p:spPr>
          <a:xfrm>
            <a:off x="1523048" y="1412096"/>
            <a:ext cx="665937" cy="385033"/>
          </a:xfrm>
          <a:custGeom>
            <a:avLst/>
            <a:gdLst/>
            <a:ahLst/>
            <a:cxnLst/>
            <a:rect l="l" t="t" r="r" b="b"/>
            <a:pathLst>
              <a:path w="665937" h="385033">
                <a:moveTo>
                  <a:pt x="0" y="0"/>
                </a:moveTo>
                <a:lnTo>
                  <a:pt x="665937" y="0"/>
                </a:lnTo>
                <a:lnTo>
                  <a:pt x="665937" y="385032"/>
                </a:lnTo>
                <a:lnTo>
                  <a:pt x="0" y="3850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AutoShape 7"/>
          <p:cNvSpPr/>
          <p:nvPr/>
        </p:nvSpPr>
        <p:spPr>
          <a:xfrm>
            <a:off x="2965365" y="1599850"/>
            <a:ext cx="7555869" cy="9525"/>
          </a:xfrm>
          <a:prstGeom prst="line">
            <a:avLst/>
          </a:prstGeom>
          <a:ln w="19050" cap="flat">
            <a:solidFill>
              <a:srgbClr val="4C4C4C"/>
            </a:solidFill>
            <a:prstDash val="solid"/>
            <a:headEnd type="none" w="sm" len="sm"/>
            <a:tailEnd type="none" w="sm" len="sm"/>
          </a:ln>
        </p:spPr>
        <p:txBody>
          <a:bodyPr/>
          <a:lstStyle/>
          <a:p>
            <a:endParaRPr lang="en-US"/>
          </a:p>
        </p:txBody>
      </p:sp>
      <p:grpSp>
        <p:nvGrpSpPr>
          <p:cNvPr id="8" name="Group 8"/>
          <p:cNvGrpSpPr/>
          <p:nvPr/>
        </p:nvGrpSpPr>
        <p:grpSpPr>
          <a:xfrm>
            <a:off x="1523048" y="4865090"/>
            <a:ext cx="5520734" cy="4355453"/>
            <a:chOff x="0" y="0"/>
            <a:chExt cx="1772900" cy="1398688"/>
          </a:xfrm>
        </p:grpSpPr>
        <p:sp>
          <p:nvSpPr>
            <p:cNvPr id="9" name="Freeform 9"/>
            <p:cNvSpPr/>
            <p:nvPr/>
          </p:nvSpPr>
          <p:spPr>
            <a:xfrm>
              <a:off x="0" y="0"/>
              <a:ext cx="1772900" cy="1398688"/>
            </a:xfrm>
            <a:custGeom>
              <a:avLst/>
              <a:gdLst/>
              <a:ahLst/>
              <a:cxnLst/>
              <a:rect l="l" t="t" r="r" b="b"/>
              <a:pathLst>
                <a:path w="1772900" h="1398688">
                  <a:moveTo>
                    <a:pt x="70117" y="0"/>
                  </a:moveTo>
                  <a:lnTo>
                    <a:pt x="1702783" y="0"/>
                  </a:lnTo>
                  <a:cubicBezTo>
                    <a:pt x="1721380" y="0"/>
                    <a:pt x="1739214" y="7387"/>
                    <a:pt x="1752364" y="20537"/>
                  </a:cubicBezTo>
                  <a:cubicBezTo>
                    <a:pt x="1765513" y="33686"/>
                    <a:pt x="1772900" y="51521"/>
                    <a:pt x="1772900" y="70117"/>
                  </a:cubicBezTo>
                  <a:lnTo>
                    <a:pt x="1772900" y="1328571"/>
                  </a:lnTo>
                  <a:cubicBezTo>
                    <a:pt x="1772900" y="1367296"/>
                    <a:pt x="1741508" y="1398688"/>
                    <a:pt x="1702783" y="1398688"/>
                  </a:cubicBezTo>
                  <a:lnTo>
                    <a:pt x="70117" y="1398688"/>
                  </a:lnTo>
                  <a:cubicBezTo>
                    <a:pt x="51521" y="1398688"/>
                    <a:pt x="33686" y="1391301"/>
                    <a:pt x="20537" y="1378151"/>
                  </a:cubicBezTo>
                  <a:cubicBezTo>
                    <a:pt x="7387" y="1365002"/>
                    <a:pt x="0" y="1347167"/>
                    <a:pt x="0" y="1328571"/>
                  </a:cubicBezTo>
                  <a:lnTo>
                    <a:pt x="0" y="70117"/>
                  </a:lnTo>
                  <a:cubicBezTo>
                    <a:pt x="0" y="51521"/>
                    <a:pt x="7387" y="33686"/>
                    <a:pt x="20537" y="20537"/>
                  </a:cubicBezTo>
                  <a:cubicBezTo>
                    <a:pt x="33686" y="7387"/>
                    <a:pt x="51521" y="0"/>
                    <a:pt x="70117" y="0"/>
                  </a:cubicBezTo>
                  <a:close/>
                </a:path>
              </a:pathLst>
            </a:custGeom>
            <a:solidFill>
              <a:srgbClr val="FFFFFF">
                <a:alpha val="4706"/>
              </a:srgbClr>
            </a:solidFill>
          </p:spPr>
          <p:txBody>
            <a:bodyPr/>
            <a:lstStyle/>
            <a:p>
              <a:endParaRPr lang="en-US"/>
            </a:p>
          </p:txBody>
        </p:sp>
        <p:sp>
          <p:nvSpPr>
            <p:cNvPr id="10" name="TextBox 10"/>
            <p:cNvSpPr txBox="1"/>
            <p:nvPr/>
          </p:nvSpPr>
          <p:spPr>
            <a:xfrm>
              <a:off x="0" y="-57150"/>
              <a:ext cx="1772900" cy="1455838"/>
            </a:xfrm>
            <a:prstGeom prst="rect">
              <a:avLst/>
            </a:prstGeom>
          </p:spPr>
          <p:txBody>
            <a:bodyPr lIns="52257" tIns="52257" rIns="52257" bIns="52257" rtlCol="0" anchor="ctr"/>
            <a:lstStyle/>
            <a:p>
              <a:pPr algn="ctr">
                <a:lnSpc>
                  <a:spcPts val="2660"/>
                </a:lnSpc>
                <a:spcBef>
                  <a:spcPct val="0"/>
                </a:spcBef>
              </a:pPr>
              <a:endParaRPr/>
            </a:p>
          </p:txBody>
        </p:sp>
      </p:grpSp>
      <p:grpSp>
        <p:nvGrpSpPr>
          <p:cNvPr id="11" name="Group 11"/>
          <p:cNvGrpSpPr/>
          <p:nvPr/>
        </p:nvGrpSpPr>
        <p:grpSpPr>
          <a:xfrm>
            <a:off x="7394094" y="4865090"/>
            <a:ext cx="5520734" cy="2105366"/>
            <a:chOff x="0" y="0"/>
            <a:chExt cx="1772900" cy="676107"/>
          </a:xfrm>
        </p:grpSpPr>
        <p:sp>
          <p:nvSpPr>
            <p:cNvPr id="12" name="Freeform 12"/>
            <p:cNvSpPr/>
            <p:nvPr/>
          </p:nvSpPr>
          <p:spPr>
            <a:xfrm>
              <a:off x="0" y="0"/>
              <a:ext cx="1772900" cy="676107"/>
            </a:xfrm>
            <a:custGeom>
              <a:avLst/>
              <a:gdLst/>
              <a:ahLst/>
              <a:cxnLst/>
              <a:rect l="l" t="t" r="r" b="b"/>
              <a:pathLst>
                <a:path w="1772900" h="676107">
                  <a:moveTo>
                    <a:pt x="70117" y="0"/>
                  </a:moveTo>
                  <a:lnTo>
                    <a:pt x="1702783" y="0"/>
                  </a:lnTo>
                  <a:cubicBezTo>
                    <a:pt x="1721380" y="0"/>
                    <a:pt x="1739214" y="7387"/>
                    <a:pt x="1752364" y="20537"/>
                  </a:cubicBezTo>
                  <a:cubicBezTo>
                    <a:pt x="1765513" y="33686"/>
                    <a:pt x="1772900" y="51521"/>
                    <a:pt x="1772900" y="70117"/>
                  </a:cubicBezTo>
                  <a:lnTo>
                    <a:pt x="1772900" y="605990"/>
                  </a:lnTo>
                  <a:cubicBezTo>
                    <a:pt x="1772900" y="644714"/>
                    <a:pt x="1741508" y="676107"/>
                    <a:pt x="1702783" y="676107"/>
                  </a:cubicBezTo>
                  <a:lnTo>
                    <a:pt x="70117" y="676107"/>
                  </a:lnTo>
                  <a:cubicBezTo>
                    <a:pt x="31392" y="676107"/>
                    <a:pt x="0" y="644714"/>
                    <a:pt x="0" y="605990"/>
                  </a:cubicBezTo>
                  <a:lnTo>
                    <a:pt x="0" y="70117"/>
                  </a:lnTo>
                  <a:cubicBezTo>
                    <a:pt x="0" y="51521"/>
                    <a:pt x="7387" y="33686"/>
                    <a:pt x="20537" y="20537"/>
                  </a:cubicBezTo>
                  <a:cubicBezTo>
                    <a:pt x="33686" y="7387"/>
                    <a:pt x="51521" y="0"/>
                    <a:pt x="70117" y="0"/>
                  </a:cubicBezTo>
                  <a:close/>
                </a:path>
              </a:pathLst>
            </a:custGeom>
            <a:solidFill>
              <a:srgbClr val="FFFFFF">
                <a:alpha val="4706"/>
              </a:srgbClr>
            </a:solidFill>
          </p:spPr>
          <p:txBody>
            <a:bodyPr/>
            <a:lstStyle/>
            <a:p>
              <a:endParaRPr lang="en-US"/>
            </a:p>
          </p:txBody>
        </p:sp>
        <p:sp>
          <p:nvSpPr>
            <p:cNvPr id="13" name="TextBox 13"/>
            <p:cNvSpPr txBox="1"/>
            <p:nvPr/>
          </p:nvSpPr>
          <p:spPr>
            <a:xfrm>
              <a:off x="0" y="-57150"/>
              <a:ext cx="1772900" cy="733257"/>
            </a:xfrm>
            <a:prstGeom prst="rect">
              <a:avLst/>
            </a:prstGeom>
          </p:spPr>
          <p:txBody>
            <a:bodyPr lIns="52257" tIns="52257" rIns="52257" bIns="52257" rtlCol="0" anchor="ctr"/>
            <a:lstStyle/>
            <a:p>
              <a:pPr algn="ctr">
                <a:lnSpc>
                  <a:spcPts val="2660"/>
                </a:lnSpc>
                <a:spcBef>
                  <a:spcPct val="0"/>
                </a:spcBef>
              </a:pPr>
              <a:endParaRPr/>
            </a:p>
          </p:txBody>
        </p:sp>
      </p:grpSp>
      <p:grpSp>
        <p:nvGrpSpPr>
          <p:cNvPr id="14" name="Group 14"/>
          <p:cNvGrpSpPr/>
          <p:nvPr/>
        </p:nvGrpSpPr>
        <p:grpSpPr>
          <a:xfrm>
            <a:off x="2054247" y="5412001"/>
            <a:ext cx="643505" cy="604670"/>
            <a:chOff x="0" y="0"/>
            <a:chExt cx="865002" cy="812800"/>
          </a:xfrm>
        </p:grpSpPr>
        <p:sp>
          <p:nvSpPr>
            <p:cNvPr id="15" name="Freeform 15"/>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16" name="TextBox 16"/>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grpSp>
        <p:nvGrpSpPr>
          <p:cNvPr id="17" name="Group 17"/>
          <p:cNvGrpSpPr/>
          <p:nvPr/>
        </p:nvGrpSpPr>
        <p:grpSpPr>
          <a:xfrm>
            <a:off x="7974572" y="5313103"/>
            <a:ext cx="643505" cy="604670"/>
            <a:chOff x="0" y="0"/>
            <a:chExt cx="865002" cy="812800"/>
          </a:xfrm>
        </p:grpSpPr>
        <p:sp>
          <p:nvSpPr>
            <p:cNvPr id="18" name="Freeform 18"/>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19" name="TextBox 19"/>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7394094" y="7115177"/>
            <a:ext cx="5520734" cy="2105366"/>
            <a:chOff x="0" y="0"/>
            <a:chExt cx="1772900" cy="676107"/>
          </a:xfrm>
        </p:grpSpPr>
        <p:sp>
          <p:nvSpPr>
            <p:cNvPr id="21" name="Freeform 21"/>
            <p:cNvSpPr/>
            <p:nvPr/>
          </p:nvSpPr>
          <p:spPr>
            <a:xfrm>
              <a:off x="0" y="0"/>
              <a:ext cx="1772900" cy="676107"/>
            </a:xfrm>
            <a:custGeom>
              <a:avLst/>
              <a:gdLst/>
              <a:ahLst/>
              <a:cxnLst/>
              <a:rect l="l" t="t" r="r" b="b"/>
              <a:pathLst>
                <a:path w="1772900" h="676107">
                  <a:moveTo>
                    <a:pt x="70117" y="0"/>
                  </a:moveTo>
                  <a:lnTo>
                    <a:pt x="1702783" y="0"/>
                  </a:lnTo>
                  <a:cubicBezTo>
                    <a:pt x="1721380" y="0"/>
                    <a:pt x="1739214" y="7387"/>
                    <a:pt x="1752364" y="20537"/>
                  </a:cubicBezTo>
                  <a:cubicBezTo>
                    <a:pt x="1765513" y="33686"/>
                    <a:pt x="1772900" y="51521"/>
                    <a:pt x="1772900" y="70117"/>
                  </a:cubicBezTo>
                  <a:lnTo>
                    <a:pt x="1772900" y="605990"/>
                  </a:lnTo>
                  <a:cubicBezTo>
                    <a:pt x="1772900" y="644714"/>
                    <a:pt x="1741508" y="676107"/>
                    <a:pt x="1702783" y="676107"/>
                  </a:cubicBezTo>
                  <a:lnTo>
                    <a:pt x="70117" y="676107"/>
                  </a:lnTo>
                  <a:cubicBezTo>
                    <a:pt x="31392" y="676107"/>
                    <a:pt x="0" y="644714"/>
                    <a:pt x="0" y="605990"/>
                  </a:cubicBezTo>
                  <a:lnTo>
                    <a:pt x="0" y="70117"/>
                  </a:lnTo>
                  <a:cubicBezTo>
                    <a:pt x="0" y="51521"/>
                    <a:pt x="7387" y="33686"/>
                    <a:pt x="20537" y="20537"/>
                  </a:cubicBezTo>
                  <a:cubicBezTo>
                    <a:pt x="33686" y="7387"/>
                    <a:pt x="51521" y="0"/>
                    <a:pt x="70117" y="0"/>
                  </a:cubicBezTo>
                  <a:close/>
                </a:path>
              </a:pathLst>
            </a:custGeom>
            <a:solidFill>
              <a:srgbClr val="FFFFFF">
                <a:alpha val="4706"/>
              </a:srgbClr>
            </a:solidFill>
          </p:spPr>
          <p:txBody>
            <a:bodyPr/>
            <a:lstStyle/>
            <a:p>
              <a:endParaRPr lang="en-US"/>
            </a:p>
          </p:txBody>
        </p:sp>
        <p:sp>
          <p:nvSpPr>
            <p:cNvPr id="22" name="TextBox 22"/>
            <p:cNvSpPr txBox="1"/>
            <p:nvPr/>
          </p:nvSpPr>
          <p:spPr>
            <a:xfrm>
              <a:off x="0" y="-57150"/>
              <a:ext cx="1772900" cy="733257"/>
            </a:xfrm>
            <a:prstGeom prst="rect">
              <a:avLst/>
            </a:prstGeom>
          </p:spPr>
          <p:txBody>
            <a:bodyPr lIns="52257" tIns="52257" rIns="52257" bIns="52257" rtlCol="0" anchor="ctr"/>
            <a:lstStyle/>
            <a:p>
              <a:pPr algn="ctr">
                <a:lnSpc>
                  <a:spcPts val="2660"/>
                </a:lnSpc>
                <a:spcBef>
                  <a:spcPct val="0"/>
                </a:spcBef>
              </a:pPr>
              <a:endParaRPr/>
            </a:p>
          </p:txBody>
        </p:sp>
      </p:grpSp>
      <p:grpSp>
        <p:nvGrpSpPr>
          <p:cNvPr id="23" name="Group 23"/>
          <p:cNvGrpSpPr/>
          <p:nvPr/>
        </p:nvGrpSpPr>
        <p:grpSpPr>
          <a:xfrm>
            <a:off x="7974572" y="7456231"/>
            <a:ext cx="643505" cy="604670"/>
            <a:chOff x="0" y="0"/>
            <a:chExt cx="865002" cy="812800"/>
          </a:xfrm>
        </p:grpSpPr>
        <p:sp>
          <p:nvSpPr>
            <p:cNvPr id="24" name="Freeform 24"/>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25" name="TextBox 25"/>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sp>
        <p:nvSpPr>
          <p:cNvPr id="26" name="TextBox 26"/>
          <p:cNvSpPr txBox="1"/>
          <p:nvPr/>
        </p:nvSpPr>
        <p:spPr>
          <a:xfrm>
            <a:off x="11754696" y="1393046"/>
            <a:ext cx="4553174" cy="354828"/>
          </a:xfrm>
          <a:prstGeom prst="rect">
            <a:avLst/>
          </a:prstGeom>
        </p:spPr>
        <p:txBody>
          <a:bodyPr lIns="0" tIns="0" rIns="0" bIns="0" rtlCol="0" anchor="t">
            <a:spAutoFit/>
          </a:bodyPr>
          <a:lstStyle/>
          <a:p>
            <a:pPr algn="l">
              <a:lnSpc>
                <a:spcPts val="2474"/>
              </a:lnSpc>
            </a:pPr>
            <a:r>
              <a:rPr lang="en-US" sz="2474" i="1">
                <a:solidFill>
                  <a:srgbClr val="A2A2A2"/>
                </a:solidFill>
                <a:latin typeface="Poppins Italics"/>
                <a:ea typeface="Poppins Italics"/>
                <a:cs typeface="Poppins Italics"/>
                <a:sym typeface="Poppins Italics"/>
              </a:rPr>
              <a:t>Presented By : Claudia Alves</a:t>
            </a:r>
          </a:p>
        </p:txBody>
      </p:sp>
      <p:sp>
        <p:nvSpPr>
          <p:cNvPr id="27" name="TextBox 27"/>
          <p:cNvSpPr txBox="1"/>
          <p:nvPr/>
        </p:nvSpPr>
        <p:spPr>
          <a:xfrm>
            <a:off x="1523048" y="2618869"/>
            <a:ext cx="15241903" cy="1741211"/>
          </a:xfrm>
          <a:prstGeom prst="rect">
            <a:avLst/>
          </a:prstGeom>
        </p:spPr>
        <p:txBody>
          <a:bodyPr lIns="0" tIns="0" rIns="0" bIns="0" rtlCol="0" anchor="t">
            <a:spAutoFit/>
          </a:bodyPr>
          <a:lstStyle/>
          <a:p>
            <a:pPr algn="l">
              <a:lnSpc>
                <a:spcPts val="6056"/>
              </a:lnSpc>
            </a:pPr>
            <a:r>
              <a:rPr lang="en-US" sz="6056">
                <a:solidFill>
                  <a:srgbClr val="FFFFFF"/>
                </a:solidFill>
                <a:latin typeface="Agrandir Grand"/>
                <a:ea typeface="Agrandir Grand"/>
                <a:cs typeface="Agrandir Grand"/>
                <a:sym typeface="Agrandir Grand"/>
              </a:rPr>
              <a:t>PRODUCT DEVELOPMENT PLAN AND MARKETING STRATEGY</a:t>
            </a:r>
          </a:p>
        </p:txBody>
      </p:sp>
      <p:sp>
        <p:nvSpPr>
          <p:cNvPr id="28" name="TextBox 28"/>
          <p:cNvSpPr txBox="1"/>
          <p:nvPr/>
        </p:nvSpPr>
        <p:spPr>
          <a:xfrm>
            <a:off x="2207821" y="5601572"/>
            <a:ext cx="336358" cy="244580"/>
          </a:xfrm>
          <a:prstGeom prst="rect">
            <a:avLst/>
          </a:prstGeom>
        </p:spPr>
        <p:txBody>
          <a:bodyPr lIns="0" tIns="0" rIns="0" bIns="0" rtlCol="0" anchor="t">
            <a:spAutoFit/>
          </a:bodyPr>
          <a:lstStyle/>
          <a:p>
            <a:pPr algn="ctr">
              <a:lnSpc>
                <a:spcPts val="1746"/>
              </a:lnSpc>
            </a:pPr>
            <a:r>
              <a:rPr lang="en-US" sz="1746" b="1">
                <a:solidFill>
                  <a:srgbClr val="FFFFFF"/>
                </a:solidFill>
                <a:latin typeface="Poppins Bold"/>
                <a:ea typeface="Poppins Bold"/>
                <a:cs typeface="Poppins Bold"/>
                <a:sym typeface="Poppins Bold"/>
              </a:rPr>
              <a:t>01</a:t>
            </a:r>
          </a:p>
        </p:txBody>
      </p:sp>
      <p:sp>
        <p:nvSpPr>
          <p:cNvPr id="29" name="TextBox 29"/>
          <p:cNvSpPr txBox="1"/>
          <p:nvPr/>
        </p:nvSpPr>
        <p:spPr>
          <a:xfrm>
            <a:off x="2881193" y="5535362"/>
            <a:ext cx="3631390" cy="310790"/>
          </a:xfrm>
          <a:prstGeom prst="rect">
            <a:avLst/>
          </a:prstGeom>
        </p:spPr>
        <p:txBody>
          <a:bodyPr lIns="0" tIns="0" rIns="0" bIns="0" rtlCol="0" anchor="t">
            <a:spAutoFit/>
          </a:bodyPr>
          <a:lstStyle/>
          <a:p>
            <a:pPr algn="l">
              <a:lnSpc>
                <a:spcPts val="2181"/>
              </a:lnSpc>
            </a:pPr>
            <a:r>
              <a:rPr lang="en-US" sz="2181" b="1">
                <a:solidFill>
                  <a:srgbClr val="A2A2A2"/>
                </a:solidFill>
                <a:latin typeface="Poppins Bold"/>
                <a:ea typeface="Poppins Bold"/>
                <a:cs typeface="Poppins Bold"/>
                <a:sym typeface="Poppins Bold"/>
              </a:rPr>
              <a:t>Product Development :</a:t>
            </a:r>
          </a:p>
        </p:txBody>
      </p:sp>
      <p:sp>
        <p:nvSpPr>
          <p:cNvPr id="30" name="TextBox 30"/>
          <p:cNvSpPr txBox="1"/>
          <p:nvPr/>
        </p:nvSpPr>
        <p:spPr>
          <a:xfrm>
            <a:off x="2054247" y="6457050"/>
            <a:ext cx="4049000" cy="545019"/>
          </a:xfrm>
          <a:prstGeom prst="rect">
            <a:avLst/>
          </a:prstGeom>
        </p:spPr>
        <p:txBody>
          <a:bodyPr lIns="0" tIns="0" rIns="0" bIns="0" rtlCol="0" anchor="t">
            <a:spAutoFit/>
          </a:bodyPr>
          <a:lstStyle/>
          <a:p>
            <a:pPr marL="439697" lvl="1" indent="-219849" algn="l">
              <a:lnSpc>
                <a:spcPts val="2036"/>
              </a:lnSpc>
              <a:buFont typeface="Arial"/>
              <a:buChar char="•"/>
            </a:pPr>
            <a:r>
              <a:rPr lang="en-US" sz="2036">
                <a:solidFill>
                  <a:srgbClr val="A2A2A2"/>
                </a:solidFill>
                <a:latin typeface="Poppins"/>
                <a:ea typeface="Poppins"/>
                <a:cs typeface="Poppins"/>
                <a:sym typeface="Poppins"/>
              </a:rPr>
              <a:t>Phase 1: Initial Design and Development</a:t>
            </a:r>
          </a:p>
        </p:txBody>
      </p:sp>
      <p:sp>
        <p:nvSpPr>
          <p:cNvPr id="31" name="TextBox 31"/>
          <p:cNvSpPr txBox="1"/>
          <p:nvPr/>
        </p:nvSpPr>
        <p:spPr>
          <a:xfrm>
            <a:off x="2054247" y="7264990"/>
            <a:ext cx="4381311" cy="545019"/>
          </a:xfrm>
          <a:prstGeom prst="rect">
            <a:avLst/>
          </a:prstGeom>
        </p:spPr>
        <p:txBody>
          <a:bodyPr lIns="0" tIns="0" rIns="0" bIns="0" rtlCol="0" anchor="t">
            <a:spAutoFit/>
          </a:bodyPr>
          <a:lstStyle/>
          <a:p>
            <a:pPr marL="439697" lvl="1" indent="-219849" algn="l">
              <a:lnSpc>
                <a:spcPts val="2036"/>
              </a:lnSpc>
              <a:buFont typeface="Arial"/>
              <a:buChar char="•"/>
            </a:pPr>
            <a:r>
              <a:rPr lang="en-US" sz="2036">
                <a:solidFill>
                  <a:srgbClr val="A2A2A2"/>
                </a:solidFill>
                <a:latin typeface="Poppins"/>
                <a:ea typeface="Poppins"/>
                <a:cs typeface="Poppins"/>
                <a:sym typeface="Poppins"/>
              </a:rPr>
              <a:t>Phase 2: Product Testing and User Feedback</a:t>
            </a:r>
          </a:p>
        </p:txBody>
      </p:sp>
      <p:sp>
        <p:nvSpPr>
          <p:cNvPr id="32" name="TextBox 32"/>
          <p:cNvSpPr txBox="1"/>
          <p:nvPr/>
        </p:nvSpPr>
        <p:spPr>
          <a:xfrm>
            <a:off x="2054247" y="8061392"/>
            <a:ext cx="4458337" cy="545019"/>
          </a:xfrm>
          <a:prstGeom prst="rect">
            <a:avLst/>
          </a:prstGeom>
        </p:spPr>
        <p:txBody>
          <a:bodyPr lIns="0" tIns="0" rIns="0" bIns="0" rtlCol="0" anchor="t">
            <a:spAutoFit/>
          </a:bodyPr>
          <a:lstStyle/>
          <a:p>
            <a:pPr marL="439697" lvl="1" indent="-219849" algn="l">
              <a:lnSpc>
                <a:spcPts val="2036"/>
              </a:lnSpc>
              <a:buFont typeface="Arial"/>
              <a:buChar char="•"/>
            </a:pPr>
            <a:r>
              <a:rPr lang="en-US" sz="2036">
                <a:solidFill>
                  <a:srgbClr val="A2A2A2"/>
                </a:solidFill>
                <a:latin typeface="Poppins"/>
                <a:ea typeface="Poppins"/>
                <a:cs typeface="Poppins"/>
                <a:sym typeface="Poppins"/>
              </a:rPr>
              <a:t>Phase 3: Refinement and Preparation for Launch</a:t>
            </a:r>
          </a:p>
        </p:txBody>
      </p:sp>
      <p:sp>
        <p:nvSpPr>
          <p:cNvPr id="33" name="TextBox 33"/>
          <p:cNvSpPr txBox="1"/>
          <p:nvPr/>
        </p:nvSpPr>
        <p:spPr>
          <a:xfrm>
            <a:off x="8128146" y="5502673"/>
            <a:ext cx="336358" cy="244580"/>
          </a:xfrm>
          <a:prstGeom prst="rect">
            <a:avLst/>
          </a:prstGeom>
        </p:spPr>
        <p:txBody>
          <a:bodyPr lIns="0" tIns="0" rIns="0" bIns="0" rtlCol="0" anchor="t">
            <a:spAutoFit/>
          </a:bodyPr>
          <a:lstStyle/>
          <a:p>
            <a:pPr algn="ctr">
              <a:lnSpc>
                <a:spcPts val="1746"/>
              </a:lnSpc>
            </a:pPr>
            <a:r>
              <a:rPr lang="en-US" sz="1746" b="1">
                <a:solidFill>
                  <a:srgbClr val="FFFFFF"/>
                </a:solidFill>
                <a:latin typeface="Poppins Bold"/>
                <a:ea typeface="Poppins Bold"/>
                <a:cs typeface="Poppins Bold"/>
                <a:sym typeface="Poppins Bold"/>
              </a:rPr>
              <a:t>02</a:t>
            </a:r>
          </a:p>
        </p:txBody>
      </p:sp>
      <p:sp>
        <p:nvSpPr>
          <p:cNvPr id="34" name="TextBox 34"/>
          <p:cNvSpPr txBox="1"/>
          <p:nvPr/>
        </p:nvSpPr>
        <p:spPr>
          <a:xfrm>
            <a:off x="8801519" y="5436463"/>
            <a:ext cx="3224303" cy="310790"/>
          </a:xfrm>
          <a:prstGeom prst="rect">
            <a:avLst/>
          </a:prstGeom>
        </p:spPr>
        <p:txBody>
          <a:bodyPr lIns="0" tIns="0" rIns="0" bIns="0" rtlCol="0" anchor="t">
            <a:spAutoFit/>
          </a:bodyPr>
          <a:lstStyle/>
          <a:p>
            <a:pPr algn="l">
              <a:lnSpc>
                <a:spcPts val="2181"/>
              </a:lnSpc>
            </a:pPr>
            <a:r>
              <a:rPr lang="en-US" sz="2181" b="1">
                <a:solidFill>
                  <a:srgbClr val="A2A2A2"/>
                </a:solidFill>
                <a:latin typeface="Poppins Bold"/>
                <a:ea typeface="Poppins Bold"/>
                <a:cs typeface="Poppins Bold"/>
                <a:sym typeface="Poppins Bold"/>
              </a:rPr>
              <a:t>Marketing Strategy :</a:t>
            </a:r>
          </a:p>
        </p:txBody>
      </p:sp>
      <p:sp>
        <p:nvSpPr>
          <p:cNvPr id="35" name="TextBox 35"/>
          <p:cNvSpPr txBox="1"/>
          <p:nvPr/>
        </p:nvSpPr>
        <p:spPr>
          <a:xfrm>
            <a:off x="7974572" y="6119583"/>
            <a:ext cx="4359778" cy="547116"/>
          </a:xfrm>
          <a:prstGeom prst="rect">
            <a:avLst/>
          </a:prstGeom>
        </p:spPr>
        <p:txBody>
          <a:bodyPr lIns="0" tIns="0" rIns="0" bIns="0" rtlCol="0" anchor="t">
            <a:spAutoFit/>
          </a:bodyPr>
          <a:lstStyle/>
          <a:p>
            <a:pPr marL="440436" lvl="1" indent="-220218" algn="l">
              <a:lnSpc>
                <a:spcPts val="2039"/>
              </a:lnSpc>
              <a:buFont typeface="Arial"/>
              <a:buChar char="•"/>
            </a:pPr>
            <a:r>
              <a:rPr lang="en-US" sz="2039">
                <a:solidFill>
                  <a:srgbClr val="A2A2A2"/>
                </a:solidFill>
                <a:latin typeface="Poppins"/>
                <a:ea typeface="Poppins"/>
                <a:cs typeface="Poppins"/>
                <a:sym typeface="Poppins"/>
              </a:rPr>
              <a:t>SEO, advertising, social media, Influencers</a:t>
            </a:r>
          </a:p>
        </p:txBody>
      </p:sp>
      <p:sp>
        <p:nvSpPr>
          <p:cNvPr id="36" name="TextBox 36"/>
          <p:cNvSpPr txBox="1"/>
          <p:nvPr/>
        </p:nvSpPr>
        <p:spPr>
          <a:xfrm>
            <a:off x="8128146" y="7655327"/>
            <a:ext cx="336358" cy="244580"/>
          </a:xfrm>
          <a:prstGeom prst="rect">
            <a:avLst/>
          </a:prstGeom>
        </p:spPr>
        <p:txBody>
          <a:bodyPr lIns="0" tIns="0" rIns="0" bIns="0" rtlCol="0" anchor="t">
            <a:spAutoFit/>
          </a:bodyPr>
          <a:lstStyle/>
          <a:p>
            <a:pPr algn="ctr">
              <a:lnSpc>
                <a:spcPts val="1746"/>
              </a:lnSpc>
            </a:pPr>
            <a:r>
              <a:rPr lang="en-US" sz="1746" b="1">
                <a:solidFill>
                  <a:srgbClr val="FFFFFF"/>
                </a:solidFill>
                <a:latin typeface="Poppins Bold"/>
                <a:ea typeface="Poppins Bold"/>
                <a:cs typeface="Poppins Bold"/>
                <a:sym typeface="Poppins Bold"/>
              </a:rPr>
              <a:t>03</a:t>
            </a:r>
          </a:p>
        </p:txBody>
      </p:sp>
      <p:sp>
        <p:nvSpPr>
          <p:cNvPr id="37" name="TextBox 37"/>
          <p:cNvSpPr txBox="1"/>
          <p:nvPr/>
        </p:nvSpPr>
        <p:spPr>
          <a:xfrm>
            <a:off x="8801519" y="7589117"/>
            <a:ext cx="3532832" cy="310790"/>
          </a:xfrm>
          <a:prstGeom prst="rect">
            <a:avLst/>
          </a:prstGeom>
        </p:spPr>
        <p:txBody>
          <a:bodyPr lIns="0" tIns="0" rIns="0" bIns="0" rtlCol="0" anchor="t">
            <a:spAutoFit/>
          </a:bodyPr>
          <a:lstStyle/>
          <a:p>
            <a:pPr algn="l">
              <a:lnSpc>
                <a:spcPts val="2181"/>
              </a:lnSpc>
            </a:pPr>
            <a:r>
              <a:rPr lang="en-US" sz="2181" b="1">
                <a:solidFill>
                  <a:srgbClr val="A2A2A2"/>
                </a:solidFill>
                <a:latin typeface="Poppins Bold"/>
                <a:ea typeface="Poppins Bold"/>
                <a:cs typeface="Poppins Bold"/>
                <a:sym typeface="Poppins Bold"/>
              </a:rPr>
              <a:t>Distribution Channels :</a:t>
            </a:r>
          </a:p>
        </p:txBody>
      </p:sp>
      <p:sp>
        <p:nvSpPr>
          <p:cNvPr id="38" name="TextBox 38"/>
          <p:cNvSpPr txBox="1"/>
          <p:nvPr/>
        </p:nvSpPr>
        <p:spPr>
          <a:xfrm>
            <a:off x="7974572" y="8287590"/>
            <a:ext cx="4359778" cy="547116"/>
          </a:xfrm>
          <a:prstGeom prst="rect">
            <a:avLst/>
          </a:prstGeom>
        </p:spPr>
        <p:txBody>
          <a:bodyPr lIns="0" tIns="0" rIns="0" bIns="0" rtlCol="0" anchor="t">
            <a:spAutoFit/>
          </a:bodyPr>
          <a:lstStyle/>
          <a:p>
            <a:pPr marL="440436" lvl="1" indent="-220218" algn="l">
              <a:lnSpc>
                <a:spcPts val="2039"/>
              </a:lnSpc>
              <a:buFont typeface="Arial"/>
              <a:buChar char="•"/>
            </a:pPr>
            <a:r>
              <a:rPr lang="en-US" sz="2039">
                <a:solidFill>
                  <a:srgbClr val="A2A2A2"/>
                </a:solidFill>
                <a:latin typeface="Poppins"/>
                <a:ea typeface="Poppins"/>
                <a:cs typeface="Poppins"/>
                <a:sym typeface="Poppins"/>
              </a:rPr>
              <a:t>E-commerce, physical stores, distributors</a:t>
            </a:r>
          </a:p>
        </p:txBody>
      </p:sp>
      <p:sp>
        <p:nvSpPr>
          <p:cNvPr id="39" name="Freeform 39"/>
          <p:cNvSpPr/>
          <p:nvPr/>
        </p:nvSpPr>
        <p:spPr>
          <a:xfrm>
            <a:off x="13576627" y="5955530"/>
            <a:ext cx="6661538" cy="6661538"/>
          </a:xfrm>
          <a:custGeom>
            <a:avLst/>
            <a:gdLst/>
            <a:ahLst/>
            <a:cxnLst/>
            <a:rect l="l" t="t" r="r" b="b"/>
            <a:pathLst>
              <a:path w="6661538" h="6661538">
                <a:moveTo>
                  <a:pt x="0" y="0"/>
                </a:moveTo>
                <a:lnTo>
                  <a:pt x="6661539" y="0"/>
                </a:lnTo>
                <a:lnTo>
                  <a:pt x="6661539" y="6661538"/>
                </a:lnTo>
                <a:lnTo>
                  <a:pt x="0" y="6661538"/>
                </a:lnTo>
                <a:lnTo>
                  <a:pt x="0" y="0"/>
                </a:lnTo>
                <a:close/>
              </a:path>
            </a:pathLst>
          </a:custGeom>
          <a:blipFill>
            <a:blip r:embed="rId6">
              <a:alphaModFix amt="98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40" name="Freeform 40"/>
          <p:cNvSpPr/>
          <p:nvPr/>
        </p:nvSpPr>
        <p:spPr>
          <a:xfrm>
            <a:off x="14207469" y="4773753"/>
            <a:ext cx="1110155" cy="1110155"/>
          </a:xfrm>
          <a:custGeom>
            <a:avLst/>
            <a:gdLst/>
            <a:ahLst/>
            <a:cxnLst/>
            <a:rect l="l" t="t" r="r" b="b"/>
            <a:pathLst>
              <a:path w="1110155" h="1110155">
                <a:moveTo>
                  <a:pt x="0" y="0"/>
                </a:moveTo>
                <a:lnTo>
                  <a:pt x="1110155" y="0"/>
                </a:lnTo>
                <a:lnTo>
                  <a:pt x="1110155" y="1110155"/>
                </a:lnTo>
                <a:lnTo>
                  <a:pt x="0" y="1110155"/>
                </a:lnTo>
                <a:lnTo>
                  <a:pt x="0" y="0"/>
                </a:lnTo>
                <a:close/>
              </a:path>
            </a:pathLst>
          </a:custGeom>
          <a:blipFill>
            <a:blip r:embed="rId6">
              <a:alphaModFix amt="98000"/>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274744" y="4603422"/>
            <a:ext cx="2445367" cy="2445367"/>
          </a:xfrm>
          <a:custGeom>
            <a:avLst/>
            <a:gdLst/>
            <a:ahLst/>
            <a:cxnLst/>
            <a:rect l="l" t="t" r="r" b="b"/>
            <a:pathLst>
              <a:path w="2445367" h="2445367">
                <a:moveTo>
                  <a:pt x="0" y="0"/>
                </a:moveTo>
                <a:lnTo>
                  <a:pt x="2445367" y="0"/>
                </a:lnTo>
                <a:lnTo>
                  <a:pt x="2445367" y="2445367"/>
                </a:lnTo>
                <a:lnTo>
                  <a:pt x="0" y="24453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1297615" y="1066456"/>
            <a:ext cx="5467337" cy="988957"/>
            <a:chOff x="0" y="0"/>
            <a:chExt cx="1457479" cy="263635"/>
          </a:xfrm>
        </p:grpSpPr>
        <p:sp>
          <p:nvSpPr>
            <p:cNvPr id="4" name="Freeform 4"/>
            <p:cNvSpPr/>
            <p:nvPr/>
          </p:nvSpPr>
          <p:spPr>
            <a:xfrm>
              <a:off x="0" y="0"/>
              <a:ext cx="1457479" cy="263635"/>
            </a:xfrm>
            <a:custGeom>
              <a:avLst/>
              <a:gdLst/>
              <a:ahLst/>
              <a:cxnLst/>
              <a:rect l="l" t="t" r="r" b="b"/>
              <a:pathLst>
                <a:path w="1457479" h="263635">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gradFill rotWithShape="1">
              <a:gsLst>
                <a:gs pos="0">
                  <a:srgbClr val="FFFFFF">
                    <a:alpha val="5000"/>
                  </a:srgbClr>
                </a:gs>
                <a:gs pos="50000">
                  <a:srgbClr val="F1F1F1">
                    <a:alpha val="5000"/>
                  </a:srgbClr>
                </a:gs>
                <a:gs pos="100000">
                  <a:srgbClr val="F1F1F1">
                    <a:alpha val="5000"/>
                  </a:srgbClr>
                </a:gs>
              </a:gsLst>
              <a:lin ang="0"/>
            </a:gradFill>
          </p:spPr>
          <p:txBody>
            <a:bodyPr/>
            <a:lstStyle/>
            <a:p>
              <a:endParaRPr lang="en-US"/>
            </a:p>
          </p:txBody>
        </p:sp>
        <p:sp>
          <p:nvSpPr>
            <p:cNvPr id="5" name="TextBox 5"/>
            <p:cNvSpPr txBox="1"/>
            <p:nvPr/>
          </p:nvSpPr>
          <p:spPr>
            <a:xfrm>
              <a:off x="0" y="-57150"/>
              <a:ext cx="1457479" cy="320785"/>
            </a:xfrm>
            <a:prstGeom prst="rect">
              <a:avLst/>
            </a:prstGeom>
          </p:spPr>
          <p:txBody>
            <a:bodyPr lIns="52257" tIns="52257" rIns="52257" bIns="52257" rtlCol="0" anchor="ctr"/>
            <a:lstStyle/>
            <a:p>
              <a:pPr algn="ctr">
                <a:lnSpc>
                  <a:spcPts val="2660"/>
                </a:lnSpc>
                <a:spcBef>
                  <a:spcPct val="0"/>
                </a:spcBef>
              </a:pPr>
              <a:endParaRPr/>
            </a:p>
          </p:txBody>
        </p:sp>
      </p:grpSp>
      <p:grpSp>
        <p:nvGrpSpPr>
          <p:cNvPr id="6" name="Group 6"/>
          <p:cNvGrpSpPr/>
          <p:nvPr/>
        </p:nvGrpSpPr>
        <p:grpSpPr>
          <a:xfrm>
            <a:off x="1523048" y="4865090"/>
            <a:ext cx="5520734" cy="4355453"/>
            <a:chOff x="0" y="0"/>
            <a:chExt cx="1772900" cy="1398688"/>
          </a:xfrm>
        </p:grpSpPr>
        <p:sp>
          <p:nvSpPr>
            <p:cNvPr id="7" name="Freeform 7"/>
            <p:cNvSpPr/>
            <p:nvPr/>
          </p:nvSpPr>
          <p:spPr>
            <a:xfrm>
              <a:off x="0" y="0"/>
              <a:ext cx="1772900" cy="1398688"/>
            </a:xfrm>
            <a:custGeom>
              <a:avLst/>
              <a:gdLst/>
              <a:ahLst/>
              <a:cxnLst/>
              <a:rect l="l" t="t" r="r" b="b"/>
              <a:pathLst>
                <a:path w="1772900" h="1398688">
                  <a:moveTo>
                    <a:pt x="70117" y="0"/>
                  </a:moveTo>
                  <a:lnTo>
                    <a:pt x="1702783" y="0"/>
                  </a:lnTo>
                  <a:cubicBezTo>
                    <a:pt x="1721380" y="0"/>
                    <a:pt x="1739214" y="7387"/>
                    <a:pt x="1752364" y="20537"/>
                  </a:cubicBezTo>
                  <a:cubicBezTo>
                    <a:pt x="1765513" y="33686"/>
                    <a:pt x="1772900" y="51521"/>
                    <a:pt x="1772900" y="70117"/>
                  </a:cubicBezTo>
                  <a:lnTo>
                    <a:pt x="1772900" y="1328571"/>
                  </a:lnTo>
                  <a:cubicBezTo>
                    <a:pt x="1772900" y="1367296"/>
                    <a:pt x="1741508" y="1398688"/>
                    <a:pt x="1702783" y="1398688"/>
                  </a:cubicBezTo>
                  <a:lnTo>
                    <a:pt x="70117" y="1398688"/>
                  </a:lnTo>
                  <a:cubicBezTo>
                    <a:pt x="51521" y="1398688"/>
                    <a:pt x="33686" y="1391301"/>
                    <a:pt x="20537" y="1378151"/>
                  </a:cubicBezTo>
                  <a:cubicBezTo>
                    <a:pt x="7387" y="1365002"/>
                    <a:pt x="0" y="1347167"/>
                    <a:pt x="0" y="1328571"/>
                  </a:cubicBezTo>
                  <a:lnTo>
                    <a:pt x="0" y="70117"/>
                  </a:lnTo>
                  <a:cubicBezTo>
                    <a:pt x="0" y="51521"/>
                    <a:pt x="7387" y="33686"/>
                    <a:pt x="20537" y="20537"/>
                  </a:cubicBezTo>
                  <a:cubicBezTo>
                    <a:pt x="33686" y="7387"/>
                    <a:pt x="51521" y="0"/>
                    <a:pt x="70117" y="0"/>
                  </a:cubicBezTo>
                  <a:close/>
                </a:path>
              </a:pathLst>
            </a:custGeom>
            <a:solidFill>
              <a:srgbClr val="FFFFFF">
                <a:alpha val="4706"/>
              </a:srgbClr>
            </a:solidFill>
          </p:spPr>
          <p:txBody>
            <a:bodyPr/>
            <a:lstStyle/>
            <a:p>
              <a:endParaRPr lang="en-US"/>
            </a:p>
          </p:txBody>
        </p:sp>
        <p:sp>
          <p:nvSpPr>
            <p:cNvPr id="8" name="TextBox 8"/>
            <p:cNvSpPr txBox="1"/>
            <p:nvPr/>
          </p:nvSpPr>
          <p:spPr>
            <a:xfrm>
              <a:off x="0" y="-57150"/>
              <a:ext cx="1772900" cy="1455838"/>
            </a:xfrm>
            <a:prstGeom prst="rect">
              <a:avLst/>
            </a:prstGeom>
          </p:spPr>
          <p:txBody>
            <a:bodyPr lIns="52257" tIns="52257" rIns="52257" bIns="52257" rtlCol="0" anchor="ctr"/>
            <a:lstStyle/>
            <a:p>
              <a:pPr algn="ctr">
                <a:lnSpc>
                  <a:spcPts val="2660"/>
                </a:lnSpc>
                <a:spcBef>
                  <a:spcPct val="0"/>
                </a:spcBef>
              </a:pPr>
              <a:endParaRPr/>
            </a:p>
          </p:txBody>
        </p:sp>
      </p:grpSp>
      <p:grpSp>
        <p:nvGrpSpPr>
          <p:cNvPr id="9" name="Group 9"/>
          <p:cNvGrpSpPr/>
          <p:nvPr/>
        </p:nvGrpSpPr>
        <p:grpSpPr>
          <a:xfrm>
            <a:off x="7394094" y="4865090"/>
            <a:ext cx="5520734" cy="2105366"/>
            <a:chOff x="0" y="0"/>
            <a:chExt cx="1772900" cy="676107"/>
          </a:xfrm>
        </p:grpSpPr>
        <p:sp>
          <p:nvSpPr>
            <p:cNvPr id="10" name="Freeform 10"/>
            <p:cNvSpPr/>
            <p:nvPr/>
          </p:nvSpPr>
          <p:spPr>
            <a:xfrm>
              <a:off x="0" y="0"/>
              <a:ext cx="1772900" cy="676107"/>
            </a:xfrm>
            <a:custGeom>
              <a:avLst/>
              <a:gdLst/>
              <a:ahLst/>
              <a:cxnLst/>
              <a:rect l="l" t="t" r="r" b="b"/>
              <a:pathLst>
                <a:path w="1772900" h="676107">
                  <a:moveTo>
                    <a:pt x="70117" y="0"/>
                  </a:moveTo>
                  <a:lnTo>
                    <a:pt x="1702783" y="0"/>
                  </a:lnTo>
                  <a:cubicBezTo>
                    <a:pt x="1721380" y="0"/>
                    <a:pt x="1739214" y="7387"/>
                    <a:pt x="1752364" y="20537"/>
                  </a:cubicBezTo>
                  <a:cubicBezTo>
                    <a:pt x="1765513" y="33686"/>
                    <a:pt x="1772900" y="51521"/>
                    <a:pt x="1772900" y="70117"/>
                  </a:cubicBezTo>
                  <a:lnTo>
                    <a:pt x="1772900" y="605990"/>
                  </a:lnTo>
                  <a:cubicBezTo>
                    <a:pt x="1772900" y="644714"/>
                    <a:pt x="1741508" y="676107"/>
                    <a:pt x="1702783" y="676107"/>
                  </a:cubicBezTo>
                  <a:lnTo>
                    <a:pt x="70117" y="676107"/>
                  </a:lnTo>
                  <a:cubicBezTo>
                    <a:pt x="31392" y="676107"/>
                    <a:pt x="0" y="644714"/>
                    <a:pt x="0" y="605990"/>
                  </a:cubicBezTo>
                  <a:lnTo>
                    <a:pt x="0" y="70117"/>
                  </a:lnTo>
                  <a:cubicBezTo>
                    <a:pt x="0" y="51521"/>
                    <a:pt x="7387" y="33686"/>
                    <a:pt x="20537" y="20537"/>
                  </a:cubicBezTo>
                  <a:cubicBezTo>
                    <a:pt x="33686" y="7387"/>
                    <a:pt x="51521" y="0"/>
                    <a:pt x="70117" y="0"/>
                  </a:cubicBezTo>
                  <a:close/>
                </a:path>
              </a:pathLst>
            </a:custGeom>
            <a:solidFill>
              <a:srgbClr val="FFFFFF">
                <a:alpha val="4706"/>
              </a:srgbClr>
            </a:solidFill>
          </p:spPr>
          <p:txBody>
            <a:bodyPr/>
            <a:lstStyle/>
            <a:p>
              <a:endParaRPr lang="en-US"/>
            </a:p>
          </p:txBody>
        </p:sp>
        <p:sp>
          <p:nvSpPr>
            <p:cNvPr id="11" name="TextBox 11"/>
            <p:cNvSpPr txBox="1"/>
            <p:nvPr/>
          </p:nvSpPr>
          <p:spPr>
            <a:xfrm>
              <a:off x="0" y="-57150"/>
              <a:ext cx="1772900" cy="733257"/>
            </a:xfrm>
            <a:prstGeom prst="rect">
              <a:avLst/>
            </a:prstGeom>
          </p:spPr>
          <p:txBody>
            <a:bodyPr lIns="52257" tIns="52257" rIns="52257" bIns="52257" rtlCol="0" anchor="ctr"/>
            <a:lstStyle/>
            <a:p>
              <a:pPr algn="ctr">
                <a:lnSpc>
                  <a:spcPts val="2660"/>
                </a:lnSpc>
                <a:spcBef>
                  <a:spcPct val="0"/>
                </a:spcBef>
              </a:pPr>
              <a:endParaRPr/>
            </a:p>
          </p:txBody>
        </p:sp>
      </p:grpSp>
      <p:grpSp>
        <p:nvGrpSpPr>
          <p:cNvPr id="12" name="Group 12"/>
          <p:cNvGrpSpPr/>
          <p:nvPr/>
        </p:nvGrpSpPr>
        <p:grpSpPr>
          <a:xfrm>
            <a:off x="7394094" y="7115177"/>
            <a:ext cx="5520734" cy="2105366"/>
            <a:chOff x="0" y="0"/>
            <a:chExt cx="1772900" cy="676107"/>
          </a:xfrm>
        </p:grpSpPr>
        <p:sp>
          <p:nvSpPr>
            <p:cNvPr id="13" name="Freeform 13"/>
            <p:cNvSpPr/>
            <p:nvPr/>
          </p:nvSpPr>
          <p:spPr>
            <a:xfrm>
              <a:off x="0" y="0"/>
              <a:ext cx="1772900" cy="676107"/>
            </a:xfrm>
            <a:custGeom>
              <a:avLst/>
              <a:gdLst/>
              <a:ahLst/>
              <a:cxnLst/>
              <a:rect l="l" t="t" r="r" b="b"/>
              <a:pathLst>
                <a:path w="1772900" h="676107">
                  <a:moveTo>
                    <a:pt x="70117" y="0"/>
                  </a:moveTo>
                  <a:lnTo>
                    <a:pt x="1702783" y="0"/>
                  </a:lnTo>
                  <a:cubicBezTo>
                    <a:pt x="1721380" y="0"/>
                    <a:pt x="1739214" y="7387"/>
                    <a:pt x="1752364" y="20537"/>
                  </a:cubicBezTo>
                  <a:cubicBezTo>
                    <a:pt x="1765513" y="33686"/>
                    <a:pt x="1772900" y="51521"/>
                    <a:pt x="1772900" y="70117"/>
                  </a:cubicBezTo>
                  <a:lnTo>
                    <a:pt x="1772900" y="605990"/>
                  </a:lnTo>
                  <a:cubicBezTo>
                    <a:pt x="1772900" y="644714"/>
                    <a:pt x="1741508" y="676107"/>
                    <a:pt x="1702783" y="676107"/>
                  </a:cubicBezTo>
                  <a:lnTo>
                    <a:pt x="70117" y="676107"/>
                  </a:lnTo>
                  <a:cubicBezTo>
                    <a:pt x="31392" y="676107"/>
                    <a:pt x="0" y="644714"/>
                    <a:pt x="0" y="605990"/>
                  </a:cubicBezTo>
                  <a:lnTo>
                    <a:pt x="0" y="70117"/>
                  </a:lnTo>
                  <a:cubicBezTo>
                    <a:pt x="0" y="51521"/>
                    <a:pt x="7387" y="33686"/>
                    <a:pt x="20537" y="20537"/>
                  </a:cubicBezTo>
                  <a:cubicBezTo>
                    <a:pt x="33686" y="7387"/>
                    <a:pt x="51521" y="0"/>
                    <a:pt x="70117" y="0"/>
                  </a:cubicBezTo>
                  <a:close/>
                </a:path>
              </a:pathLst>
            </a:custGeom>
            <a:solidFill>
              <a:srgbClr val="FFFFFF">
                <a:alpha val="4706"/>
              </a:srgbClr>
            </a:solidFill>
          </p:spPr>
          <p:txBody>
            <a:bodyPr/>
            <a:lstStyle/>
            <a:p>
              <a:endParaRPr lang="en-US"/>
            </a:p>
          </p:txBody>
        </p:sp>
        <p:sp>
          <p:nvSpPr>
            <p:cNvPr id="14" name="TextBox 14"/>
            <p:cNvSpPr txBox="1"/>
            <p:nvPr/>
          </p:nvSpPr>
          <p:spPr>
            <a:xfrm>
              <a:off x="0" y="-57150"/>
              <a:ext cx="1772900" cy="733257"/>
            </a:xfrm>
            <a:prstGeom prst="rect">
              <a:avLst/>
            </a:prstGeom>
          </p:spPr>
          <p:txBody>
            <a:bodyPr lIns="52257" tIns="52257" rIns="52257" bIns="52257" rtlCol="0" anchor="ctr"/>
            <a:lstStyle/>
            <a:p>
              <a:pPr algn="ctr">
                <a:lnSpc>
                  <a:spcPts val="2660"/>
                </a:lnSpc>
                <a:spcBef>
                  <a:spcPct val="0"/>
                </a:spcBef>
              </a:pPr>
              <a:endParaRPr/>
            </a:p>
          </p:txBody>
        </p:sp>
      </p:grpSp>
      <p:sp>
        <p:nvSpPr>
          <p:cNvPr id="15" name="Freeform 15"/>
          <p:cNvSpPr/>
          <p:nvPr/>
        </p:nvSpPr>
        <p:spPr>
          <a:xfrm>
            <a:off x="13576627" y="5955530"/>
            <a:ext cx="6661538" cy="6661538"/>
          </a:xfrm>
          <a:custGeom>
            <a:avLst/>
            <a:gdLst/>
            <a:ahLst/>
            <a:cxnLst/>
            <a:rect l="l" t="t" r="r" b="b"/>
            <a:pathLst>
              <a:path w="6661538" h="6661538">
                <a:moveTo>
                  <a:pt x="0" y="0"/>
                </a:moveTo>
                <a:lnTo>
                  <a:pt x="6661539" y="0"/>
                </a:lnTo>
                <a:lnTo>
                  <a:pt x="6661539" y="6661538"/>
                </a:lnTo>
                <a:lnTo>
                  <a:pt x="0" y="6661538"/>
                </a:lnTo>
                <a:lnTo>
                  <a:pt x="0" y="0"/>
                </a:lnTo>
                <a:close/>
              </a:path>
            </a:pathLst>
          </a:custGeom>
          <a:blipFill>
            <a:blip r:embed="rId4">
              <a:alphaModFix amt="98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Freeform 16"/>
          <p:cNvSpPr/>
          <p:nvPr/>
        </p:nvSpPr>
        <p:spPr>
          <a:xfrm>
            <a:off x="14207469" y="4773753"/>
            <a:ext cx="1110155" cy="1110155"/>
          </a:xfrm>
          <a:custGeom>
            <a:avLst/>
            <a:gdLst/>
            <a:ahLst/>
            <a:cxnLst/>
            <a:rect l="l" t="t" r="r" b="b"/>
            <a:pathLst>
              <a:path w="1110155" h="1110155">
                <a:moveTo>
                  <a:pt x="0" y="0"/>
                </a:moveTo>
                <a:lnTo>
                  <a:pt x="1110155" y="0"/>
                </a:lnTo>
                <a:lnTo>
                  <a:pt x="1110155" y="1110155"/>
                </a:lnTo>
                <a:lnTo>
                  <a:pt x="0" y="1110155"/>
                </a:lnTo>
                <a:lnTo>
                  <a:pt x="0" y="0"/>
                </a:lnTo>
                <a:close/>
              </a:path>
            </a:pathLst>
          </a:custGeom>
          <a:blipFill>
            <a:blip r:embed="rId4">
              <a:alphaModFix amt="98000"/>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7" name="Group 17"/>
          <p:cNvGrpSpPr/>
          <p:nvPr/>
        </p:nvGrpSpPr>
        <p:grpSpPr>
          <a:xfrm>
            <a:off x="1028700" y="1794704"/>
            <a:ext cx="13851811" cy="7064266"/>
            <a:chOff x="0" y="0"/>
            <a:chExt cx="18469082" cy="9419021"/>
          </a:xfrm>
        </p:grpSpPr>
        <p:grpSp>
          <p:nvGrpSpPr>
            <p:cNvPr id="18" name="Group 18"/>
            <p:cNvGrpSpPr/>
            <p:nvPr/>
          </p:nvGrpSpPr>
          <p:grpSpPr>
            <a:xfrm>
              <a:off x="0" y="0"/>
              <a:ext cx="18469082" cy="9419021"/>
              <a:chOff x="0" y="0"/>
              <a:chExt cx="3648214" cy="1860547"/>
            </a:xfrm>
          </p:grpSpPr>
          <p:sp>
            <p:nvSpPr>
              <p:cNvPr id="19" name="Freeform 19"/>
              <p:cNvSpPr/>
              <p:nvPr/>
            </p:nvSpPr>
            <p:spPr>
              <a:xfrm>
                <a:off x="0" y="0"/>
                <a:ext cx="3648214" cy="1860547"/>
              </a:xfrm>
              <a:custGeom>
                <a:avLst/>
                <a:gdLst/>
                <a:ahLst/>
                <a:cxnLst/>
                <a:rect l="l" t="t" r="r" b="b"/>
                <a:pathLst>
                  <a:path w="3648214" h="1860547">
                    <a:moveTo>
                      <a:pt x="11178" y="0"/>
                    </a:moveTo>
                    <a:lnTo>
                      <a:pt x="3637035" y="0"/>
                    </a:lnTo>
                    <a:cubicBezTo>
                      <a:pt x="3643209" y="0"/>
                      <a:pt x="3648214" y="5005"/>
                      <a:pt x="3648214" y="11178"/>
                    </a:cubicBezTo>
                    <a:lnTo>
                      <a:pt x="3648214" y="1849369"/>
                    </a:lnTo>
                    <a:cubicBezTo>
                      <a:pt x="3648214" y="1855543"/>
                      <a:pt x="3643209" y="1860547"/>
                      <a:pt x="3637035" y="1860547"/>
                    </a:cubicBezTo>
                    <a:lnTo>
                      <a:pt x="11178" y="1860547"/>
                    </a:lnTo>
                    <a:cubicBezTo>
                      <a:pt x="5005" y="1860547"/>
                      <a:pt x="0" y="1855543"/>
                      <a:pt x="0" y="1849369"/>
                    </a:cubicBezTo>
                    <a:lnTo>
                      <a:pt x="0" y="11178"/>
                    </a:lnTo>
                    <a:cubicBezTo>
                      <a:pt x="0" y="5005"/>
                      <a:pt x="5005" y="0"/>
                      <a:pt x="11178" y="0"/>
                    </a:cubicBezTo>
                    <a:close/>
                  </a:path>
                </a:pathLst>
              </a:custGeom>
              <a:solidFill>
                <a:srgbClr val="000000">
                  <a:alpha val="0"/>
                </a:srgbClr>
              </a:solidFill>
              <a:ln w="38100" cap="sq">
                <a:solidFill>
                  <a:srgbClr val="E5E1DA"/>
                </a:solidFill>
                <a:prstDash val="solid"/>
                <a:miter/>
              </a:ln>
            </p:spPr>
            <p:txBody>
              <a:bodyPr/>
              <a:lstStyle/>
              <a:p>
                <a:endParaRPr lang="en-US"/>
              </a:p>
            </p:txBody>
          </p:sp>
          <p:sp>
            <p:nvSpPr>
              <p:cNvPr id="20" name="TextBox 20"/>
              <p:cNvSpPr txBox="1"/>
              <p:nvPr/>
            </p:nvSpPr>
            <p:spPr>
              <a:xfrm>
                <a:off x="0" y="-38100"/>
                <a:ext cx="3648214" cy="1898647"/>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1282925" y="1141085"/>
              <a:ext cx="14095560" cy="31064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Creation Process</a:t>
              </a:r>
            </a:p>
          </p:txBody>
        </p:sp>
        <p:sp>
          <p:nvSpPr>
            <p:cNvPr id="22" name="TextBox 22"/>
            <p:cNvSpPr txBox="1"/>
            <p:nvPr/>
          </p:nvSpPr>
          <p:spPr>
            <a:xfrm>
              <a:off x="1282925" y="4506088"/>
              <a:ext cx="12752761" cy="3524250"/>
            </a:xfrm>
            <a:prstGeom prst="rect">
              <a:avLst/>
            </a:prstGeom>
          </p:spPr>
          <p:txBody>
            <a:bodyPr lIns="0" tIns="0" rIns="0" bIns="0" rtlCol="0" anchor="t">
              <a:spAutoFit/>
            </a:bodyPr>
            <a:lstStyle/>
            <a:p>
              <a:pPr marL="0" lvl="0" indent="0" algn="l">
                <a:lnSpc>
                  <a:spcPts val="2699"/>
                </a:lnSpc>
                <a:spcBef>
                  <a:spcPct val="0"/>
                </a:spcBef>
              </a:pPr>
              <a:r>
                <a:rPr lang="en-US" sz="1999" u="none" spc="119">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a:p>
              <a:pPr marL="0" lvl="0" indent="0" algn="l">
                <a:lnSpc>
                  <a:spcPts val="2699"/>
                </a:lnSpc>
                <a:spcBef>
                  <a:spcPct val="0"/>
                </a:spcBef>
              </a:pPr>
              <a:endParaRPr lang="en-US" sz="1999" u="none" spc="119">
                <a:solidFill>
                  <a:srgbClr val="FFFFFF"/>
                </a:solidFill>
                <a:latin typeface="Red Hat Display"/>
                <a:ea typeface="Red Hat Display"/>
                <a:cs typeface="Red Hat Display"/>
                <a:sym typeface="Red Hat Display"/>
              </a:endParaRPr>
            </a:p>
            <a:p>
              <a:pPr marL="0" lvl="0" indent="0" algn="l">
                <a:lnSpc>
                  <a:spcPts val="2699"/>
                </a:lnSpc>
                <a:spcBef>
                  <a:spcPct val="0"/>
                </a:spcBef>
              </a:pPr>
              <a:r>
                <a:rPr lang="en-US" sz="1999" u="none" spc="119">
                  <a:solidFill>
                    <a:srgbClr val="FFFFFF"/>
                  </a:solidFill>
                  <a:latin typeface="Red Hat Display"/>
                  <a:ea typeface="Red Hat Display"/>
                  <a:cs typeface="Red Hat Display"/>
                  <a:sym typeface="Red Hat Display"/>
                </a:rPr>
                <a:t>Duis aute irure dolor in reprehenderit in voluptate velit esse cillum dolore eu fugiat nulla pariatur. Excepteur sint occaecat cupidatat non proident, sunt in culpa qui officia deserunt mollit anim id est laborum.</a:t>
              </a:r>
            </a:p>
          </p:txBody>
        </p:sp>
      </p:grpSp>
      <p:sp>
        <p:nvSpPr>
          <p:cNvPr id="23" name="Freeform 23"/>
          <p:cNvSpPr/>
          <p:nvPr/>
        </p:nvSpPr>
        <p:spPr>
          <a:xfrm>
            <a:off x="13211063" y="7452950"/>
            <a:ext cx="896420" cy="896420"/>
          </a:xfrm>
          <a:custGeom>
            <a:avLst/>
            <a:gdLst/>
            <a:ahLst/>
            <a:cxnLst/>
            <a:rect l="l" t="t" r="r" b="b"/>
            <a:pathLst>
              <a:path w="896420" h="896420">
                <a:moveTo>
                  <a:pt x="0" y="0"/>
                </a:moveTo>
                <a:lnTo>
                  <a:pt x="896420" y="0"/>
                </a:lnTo>
                <a:lnTo>
                  <a:pt x="896420" y="896421"/>
                </a:lnTo>
                <a:lnTo>
                  <a:pt x="0" y="8964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274744" y="4603422"/>
            <a:ext cx="2445367" cy="2445367"/>
          </a:xfrm>
          <a:custGeom>
            <a:avLst/>
            <a:gdLst/>
            <a:ahLst/>
            <a:cxnLst/>
            <a:rect l="l" t="t" r="r" b="b"/>
            <a:pathLst>
              <a:path w="2445367" h="2445367">
                <a:moveTo>
                  <a:pt x="0" y="0"/>
                </a:moveTo>
                <a:lnTo>
                  <a:pt x="2445367" y="0"/>
                </a:lnTo>
                <a:lnTo>
                  <a:pt x="2445367" y="2445367"/>
                </a:lnTo>
                <a:lnTo>
                  <a:pt x="0" y="24453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523048" y="4865090"/>
            <a:ext cx="5520734" cy="4355453"/>
            <a:chOff x="0" y="0"/>
            <a:chExt cx="1772900" cy="1398688"/>
          </a:xfrm>
        </p:grpSpPr>
        <p:sp>
          <p:nvSpPr>
            <p:cNvPr id="4" name="Freeform 4"/>
            <p:cNvSpPr/>
            <p:nvPr/>
          </p:nvSpPr>
          <p:spPr>
            <a:xfrm>
              <a:off x="0" y="0"/>
              <a:ext cx="1772900" cy="1398688"/>
            </a:xfrm>
            <a:custGeom>
              <a:avLst/>
              <a:gdLst/>
              <a:ahLst/>
              <a:cxnLst/>
              <a:rect l="l" t="t" r="r" b="b"/>
              <a:pathLst>
                <a:path w="1772900" h="1398688">
                  <a:moveTo>
                    <a:pt x="70117" y="0"/>
                  </a:moveTo>
                  <a:lnTo>
                    <a:pt x="1702783" y="0"/>
                  </a:lnTo>
                  <a:cubicBezTo>
                    <a:pt x="1721380" y="0"/>
                    <a:pt x="1739214" y="7387"/>
                    <a:pt x="1752364" y="20537"/>
                  </a:cubicBezTo>
                  <a:cubicBezTo>
                    <a:pt x="1765513" y="33686"/>
                    <a:pt x="1772900" y="51521"/>
                    <a:pt x="1772900" y="70117"/>
                  </a:cubicBezTo>
                  <a:lnTo>
                    <a:pt x="1772900" y="1328571"/>
                  </a:lnTo>
                  <a:cubicBezTo>
                    <a:pt x="1772900" y="1367296"/>
                    <a:pt x="1741508" y="1398688"/>
                    <a:pt x="1702783" y="1398688"/>
                  </a:cubicBezTo>
                  <a:lnTo>
                    <a:pt x="70117" y="1398688"/>
                  </a:lnTo>
                  <a:cubicBezTo>
                    <a:pt x="51521" y="1398688"/>
                    <a:pt x="33686" y="1391301"/>
                    <a:pt x="20537" y="1378151"/>
                  </a:cubicBezTo>
                  <a:cubicBezTo>
                    <a:pt x="7387" y="1365002"/>
                    <a:pt x="0" y="1347167"/>
                    <a:pt x="0" y="1328571"/>
                  </a:cubicBezTo>
                  <a:lnTo>
                    <a:pt x="0" y="70117"/>
                  </a:lnTo>
                  <a:cubicBezTo>
                    <a:pt x="0" y="51521"/>
                    <a:pt x="7387" y="33686"/>
                    <a:pt x="20537" y="20537"/>
                  </a:cubicBezTo>
                  <a:cubicBezTo>
                    <a:pt x="33686" y="7387"/>
                    <a:pt x="51521" y="0"/>
                    <a:pt x="70117" y="0"/>
                  </a:cubicBezTo>
                  <a:close/>
                </a:path>
              </a:pathLst>
            </a:custGeom>
            <a:solidFill>
              <a:srgbClr val="FFFFFF">
                <a:alpha val="4706"/>
              </a:srgbClr>
            </a:solidFill>
          </p:spPr>
          <p:txBody>
            <a:bodyPr/>
            <a:lstStyle/>
            <a:p>
              <a:endParaRPr lang="en-US"/>
            </a:p>
          </p:txBody>
        </p:sp>
        <p:sp>
          <p:nvSpPr>
            <p:cNvPr id="5" name="TextBox 5"/>
            <p:cNvSpPr txBox="1"/>
            <p:nvPr/>
          </p:nvSpPr>
          <p:spPr>
            <a:xfrm>
              <a:off x="0" y="-57150"/>
              <a:ext cx="1772900" cy="1455838"/>
            </a:xfrm>
            <a:prstGeom prst="rect">
              <a:avLst/>
            </a:prstGeom>
          </p:spPr>
          <p:txBody>
            <a:bodyPr lIns="52257" tIns="52257" rIns="52257" bIns="52257" rtlCol="0" anchor="ctr"/>
            <a:lstStyle/>
            <a:p>
              <a:pPr algn="ctr">
                <a:lnSpc>
                  <a:spcPts val="2660"/>
                </a:lnSpc>
                <a:spcBef>
                  <a:spcPct val="0"/>
                </a:spcBef>
              </a:pPr>
              <a:endParaRPr/>
            </a:p>
          </p:txBody>
        </p:sp>
      </p:grpSp>
      <p:grpSp>
        <p:nvGrpSpPr>
          <p:cNvPr id="6" name="Group 6"/>
          <p:cNvGrpSpPr/>
          <p:nvPr/>
        </p:nvGrpSpPr>
        <p:grpSpPr>
          <a:xfrm>
            <a:off x="7394094" y="4865090"/>
            <a:ext cx="5520734" cy="2105366"/>
            <a:chOff x="0" y="0"/>
            <a:chExt cx="1772900" cy="676107"/>
          </a:xfrm>
        </p:grpSpPr>
        <p:sp>
          <p:nvSpPr>
            <p:cNvPr id="7" name="Freeform 7"/>
            <p:cNvSpPr/>
            <p:nvPr/>
          </p:nvSpPr>
          <p:spPr>
            <a:xfrm>
              <a:off x="0" y="0"/>
              <a:ext cx="1772900" cy="676107"/>
            </a:xfrm>
            <a:custGeom>
              <a:avLst/>
              <a:gdLst/>
              <a:ahLst/>
              <a:cxnLst/>
              <a:rect l="l" t="t" r="r" b="b"/>
              <a:pathLst>
                <a:path w="1772900" h="676107">
                  <a:moveTo>
                    <a:pt x="70117" y="0"/>
                  </a:moveTo>
                  <a:lnTo>
                    <a:pt x="1702783" y="0"/>
                  </a:lnTo>
                  <a:cubicBezTo>
                    <a:pt x="1721380" y="0"/>
                    <a:pt x="1739214" y="7387"/>
                    <a:pt x="1752364" y="20537"/>
                  </a:cubicBezTo>
                  <a:cubicBezTo>
                    <a:pt x="1765513" y="33686"/>
                    <a:pt x="1772900" y="51521"/>
                    <a:pt x="1772900" y="70117"/>
                  </a:cubicBezTo>
                  <a:lnTo>
                    <a:pt x="1772900" y="605990"/>
                  </a:lnTo>
                  <a:cubicBezTo>
                    <a:pt x="1772900" y="644714"/>
                    <a:pt x="1741508" y="676107"/>
                    <a:pt x="1702783" y="676107"/>
                  </a:cubicBezTo>
                  <a:lnTo>
                    <a:pt x="70117" y="676107"/>
                  </a:lnTo>
                  <a:cubicBezTo>
                    <a:pt x="31392" y="676107"/>
                    <a:pt x="0" y="644714"/>
                    <a:pt x="0" y="605990"/>
                  </a:cubicBezTo>
                  <a:lnTo>
                    <a:pt x="0" y="70117"/>
                  </a:lnTo>
                  <a:cubicBezTo>
                    <a:pt x="0" y="51521"/>
                    <a:pt x="7387" y="33686"/>
                    <a:pt x="20537" y="20537"/>
                  </a:cubicBezTo>
                  <a:cubicBezTo>
                    <a:pt x="33686" y="7387"/>
                    <a:pt x="51521" y="0"/>
                    <a:pt x="70117" y="0"/>
                  </a:cubicBezTo>
                  <a:close/>
                </a:path>
              </a:pathLst>
            </a:custGeom>
            <a:solidFill>
              <a:srgbClr val="FFFFFF">
                <a:alpha val="4706"/>
              </a:srgbClr>
            </a:solidFill>
          </p:spPr>
          <p:txBody>
            <a:bodyPr/>
            <a:lstStyle/>
            <a:p>
              <a:endParaRPr lang="en-US"/>
            </a:p>
          </p:txBody>
        </p:sp>
        <p:sp>
          <p:nvSpPr>
            <p:cNvPr id="8" name="TextBox 8"/>
            <p:cNvSpPr txBox="1"/>
            <p:nvPr/>
          </p:nvSpPr>
          <p:spPr>
            <a:xfrm>
              <a:off x="0" y="-57150"/>
              <a:ext cx="1772900" cy="733257"/>
            </a:xfrm>
            <a:prstGeom prst="rect">
              <a:avLst/>
            </a:prstGeom>
          </p:spPr>
          <p:txBody>
            <a:bodyPr lIns="52257" tIns="52257" rIns="52257" bIns="52257" rtlCol="0" anchor="ctr"/>
            <a:lstStyle/>
            <a:p>
              <a:pPr algn="ctr">
                <a:lnSpc>
                  <a:spcPts val="2660"/>
                </a:lnSpc>
                <a:spcBef>
                  <a:spcPct val="0"/>
                </a:spcBef>
              </a:pPr>
              <a:endParaRPr/>
            </a:p>
          </p:txBody>
        </p:sp>
      </p:grpSp>
      <p:grpSp>
        <p:nvGrpSpPr>
          <p:cNvPr id="9" name="Group 9"/>
          <p:cNvGrpSpPr/>
          <p:nvPr/>
        </p:nvGrpSpPr>
        <p:grpSpPr>
          <a:xfrm>
            <a:off x="7394094" y="7115177"/>
            <a:ext cx="5520734" cy="2105366"/>
            <a:chOff x="0" y="0"/>
            <a:chExt cx="1772900" cy="676107"/>
          </a:xfrm>
        </p:grpSpPr>
        <p:sp>
          <p:nvSpPr>
            <p:cNvPr id="10" name="Freeform 10"/>
            <p:cNvSpPr/>
            <p:nvPr/>
          </p:nvSpPr>
          <p:spPr>
            <a:xfrm>
              <a:off x="0" y="0"/>
              <a:ext cx="1772900" cy="676107"/>
            </a:xfrm>
            <a:custGeom>
              <a:avLst/>
              <a:gdLst/>
              <a:ahLst/>
              <a:cxnLst/>
              <a:rect l="l" t="t" r="r" b="b"/>
              <a:pathLst>
                <a:path w="1772900" h="676107">
                  <a:moveTo>
                    <a:pt x="70117" y="0"/>
                  </a:moveTo>
                  <a:lnTo>
                    <a:pt x="1702783" y="0"/>
                  </a:lnTo>
                  <a:cubicBezTo>
                    <a:pt x="1721380" y="0"/>
                    <a:pt x="1739214" y="7387"/>
                    <a:pt x="1752364" y="20537"/>
                  </a:cubicBezTo>
                  <a:cubicBezTo>
                    <a:pt x="1765513" y="33686"/>
                    <a:pt x="1772900" y="51521"/>
                    <a:pt x="1772900" y="70117"/>
                  </a:cubicBezTo>
                  <a:lnTo>
                    <a:pt x="1772900" y="605990"/>
                  </a:lnTo>
                  <a:cubicBezTo>
                    <a:pt x="1772900" y="644714"/>
                    <a:pt x="1741508" y="676107"/>
                    <a:pt x="1702783" y="676107"/>
                  </a:cubicBezTo>
                  <a:lnTo>
                    <a:pt x="70117" y="676107"/>
                  </a:lnTo>
                  <a:cubicBezTo>
                    <a:pt x="31392" y="676107"/>
                    <a:pt x="0" y="644714"/>
                    <a:pt x="0" y="605990"/>
                  </a:cubicBezTo>
                  <a:lnTo>
                    <a:pt x="0" y="70117"/>
                  </a:lnTo>
                  <a:cubicBezTo>
                    <a:pt x="0" y="51521"/>
                    <a:pt x="7387" y="33686"/>
                    <a:pt x="20537" y="20537"/>
                  </a:cubicBezTo>
                  <a:cubicBezTo>
                    <a:pt x="33686" y="7387"/>
                    <a:pt x="51521" y="0"/>
                    <a:pt x="70117" y="0"/>
                  </a:cubicBezTo>
                  <a:close/>
                </a:path>
              </a:pathLst>
            </a:custGeom>
            <a:solidFill>
              <a:srgbClr val="FFFFFF">
                <a:alpha val="4706"/>
              </a:srgbClr>
            </a:solidFill>
          </p:spPr>
          <p:txBody>
            <a:bodyPr/>
            <a:lstStyle/>
            <a:p>
              <a:endParaRPr lang="en-US"/>
            </a:p>
          </p:txBody>
        </p:sp>
        <p:sp>
          <p:nvSpPr>
            <p:cNvPr id="11" name="TextBox 11"/>
            <p:cNvSpPr txBox="1"/>
            <p:nvPr/>
          </p:nvSpPr>
          <p:spPr>
            <a:xfrm>
              <a:off x="0" y="-57150"/>
              <a:ext cx="1772900" cy="733257"/>
            </a:xfrm>
            <a:prstGeom prst="rect">
              <a:avLst/>
            </a:prstGeom>
          </p:spPr>
          <p:txBody>
            <a:bodyPr lIns="52257" tIns="52257" rIns="52257" bIns="52257" rtlCol="0" anchor="ctr"/>
            <a:lstStyle/>
            <a:p>
              <a:pPr algn="ctr">
                <a:lnSpc>
                  <a:spcPts val="2660"/>
                </a:lnSpc>
                <a:spcBef>
                  <a:spcPct val="0"/>
                </a:spcBef>
              </a:pPr>
              <a:endParaRPr/>
            </a:p>
          </p:txBody>
        </p:sp>
      </p:grpSp>
      <p:sp>
        <p:nvSpPr>
          <p:cNvPr id="12" name="Freeform 12"/>
          <p:cNvSpPr/>
          <p:nvPr/>
        </p:nvSpPr>
        <p:spPr>
          <a:xfrm>
            <a:off x="13576627" y="5955530"/>
            <a:ext cx="6661538" cy="6661538"/>
          </a:xfrm>
          <a:custGeom>
            <a:avLst/>
            <a:gdLst/>
            <a:ahLst/>
            <a:cxnLst/>
            <a:rect l="l" t="t" r="r" b="b"/>
            <a:pathLst>
              <a:path w="6661538" h="6661538">
                <a:moveTo>
                  <a:pt x="0" y="0"/>
                </a:moveTo>
                <a:lnTo>
                  <a:pt x="6661539" y="0"/>
                </a:lnTo>
                <a:lnTo>
                  <a:pt x="6661539" y="6661538"/>
                </a:lnTo>
                <a:lnTo>
                  <a:pt x="0" y="6661538"/>
                </a:lnTo>
                <a:lnTo>
                  <a:pt x="0" y="0"/>
                </a:lnTo>
                <a:close/>
              </a:path>
            </a:pathLst>
          </a:custGeom>
          <a:blipFill>
            <a:blip r:embed="rId4">
              <a:alphaModFix amt="98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13"/>
          <p:cNvSpPr/>
          <p:nvPr/>
        </p:nvSpPr>
        <p:spPr>
          <a:xfrm>
            <a:off x="14207469" y="4773753"/>
            <a:ext cx="1110155" cy="1110155"/>
          </a:xfrm>
          <a:custGeom>
            <a:avLst/>
            <a:gdLst/>
            <a:ahLst/>
            <a:cxnLst/>
            <a:rect l="l" t="t" r="r" b="b"/>
            <a:pathLst>
              <a:path w="1110155" h="1110155">
                <a:moveTo>
                  <a:pt x="0" y="0"/>
                </a:moveTo>
                <a:lnTo>
                  <a:pt x="1110155" y="0"/>
                </a:lnTo>
                <a:lnTo>
                  <a:pt x="1110155" y="1110155"/>
                </a:lnTo>
                <a:lnTo>
                  <a:pt x="0" y="1110155"/>
                </a:lnTo>
                <a:lnTo>
                  <a:pt x="0" y="0"/>
                </a:lnTo>
                <a:close/>
              </a:path>
            </a:pathLst>
          </a:custGeom>
          <a:blipFill>
            <a:blip r:embed="rId4">
              <a:alphaModFix amt="98000"/>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4" name="Group 14"/>
          <p:cNvGrpSpPr/>
          <p:nvPr/>
        </p:nvGrpSpPr>
        <p:grpSpPr>
          <a:xfrm>
            <a:off x="11725935" y="-2607264"/>
            <a:ext cx="4395385" cy="15773061"/>
            <a:chOff x="0" y="0"/>
            <a:chExt cx="5860514" cy="21030749"/>
          </a:xfrm>
        </p:grpSpPr>
        <p:sp>
          <p:nvSpPr>
            <p:cNvPr id="15" name="AutoShape 15"/>
            <p:cNvSpPr/>
            <p:nvPr/>
          </p:nvSpPr>
          <p:spPr>
            <a:xfrm flipV="1">
              <a:off x="263156" y="0"/>
              <a:ext cx="0" cy="21030749"/>
            </a:xfrm>
            <a:prstGeom prst="line">
              <a:avLst/>
            </a:prstGeom>
            <a:ln w="25400" cap="flat">
              <a:solidFill>
                <a:srgbClr val="F4F4ED"/>
              </a:solidFill>
              <a:prstDash val="solid"/>
              <a:headEnd type="none" w="sm" len="sm"/>
              <a:tailEnd type="none" w="sm" len="sm"/>
            </a:ln>
          </p:spPr>
          <p:txBody>
            <a:bodyPr/>
            <a:lstStyle/>
            <a:p>
              <a:endParaRPr lang="en-US"/>
            </a:p>
          </p:txBody>
        </p:sp>
        <p:grpSp>
          <p:nvGrpSpPr>
            <p:cNvPr id="16" name="Group 16"/>
            <p:cNvGrpSpPr/>
            <p:nvPr/>
          </p:nvGrpSpPr>
          <p:grpSpPr>
            <a:xfrm rot="-5400000">
              <a:off x="0" y="13112559"/>
              <a:ext cx="526312" cy="52631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txBody>
              <a:bodyPr/>
              <a:lstStyle/>
              <a:p>
                <a:endParaRPr lang="en-US"/>
              </a:p>
            </p:txBody>
          </p:sp>
          <p:sp>
            <p:nvSpPr>
              <p:cNvPr id="18" name="TextBox 18"/>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9" name="Group 19"/>
            <p:cNvGrpSpPr/>
            <p:nvPr/>
          </p:nvGrpSpPr>
          <p:grpSpPr>
            <a:xfrm rot="-5400000">
              <a:off x="0" y="9398595"/>
              <a:ext cx="526312" cy="52631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txBody>
              <a:bodyPr/>
              <a:lstStyle/>
              <a:p>
                <a:endParaRPr lang="en-US"/>
              </a:p>
            </p:txBody>
          </p:sp>
          <p:sp>
            <p:nvSpPr>
              <p:cNvPr id="21" name="TextBox 21"/>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22" name="Group 22"/>
            <p:cNvGrpSpPr/>
            <p:nvPr/>
          </p:nvGrpSpPr>
          <p:grpSpPr>
            <a:xfrm rot="-5400000">
              <a:off x="0" y="5531489"/>
              <a:ext cx="526312" cy="526312"/>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txBody>
              <a:bodyPr/>
              <a:lstStyle/>
              <a:p>
                <a:endParaRPr lang="en-US"/>
              </a:p>
            </p:txBody>
          </p:sp>
          <p:sp>
            <p:nvSpPr>
              <p:cNvPr id="24" name="TextBox 24"/>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sp>
          <p:nvSpPr>
            <p:cNvPr id="25" name="TextBox 25"/>
            <p:cNvSpPr txBox="1"/>
            <p:nvPr/>
          </p:nvSpPr>
          <p:spPr>
            <a:xfrm>
              <a:off x="832689" y="5368330"/>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01</a:t>
              </a:r>
            </a:p>
          </p:txBody>
        </p:sp>
        <p:sp>
          <p:nvSpPr>
            <p:cNvPr id="26" name="TextBox 26"/>
            <p:cNvSpPr txBox="1"/>
            <p:nvPr/>
          </p:nvSpPr>
          <p:spPr>
            <a:xfrm>
              <a:off x="832689" y="9234184"/>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02</a:t>
              </a:r>
            </a:p>
          </p:txBody>
        </p:sp>
        <p:sp>
          <p:nvSpPr>
            <p:cNvPr id="27" name="TextBox 27"/>
            <p:cNvSpPr txBox="1"/>
            <p:nvPr/>
          </p:nvSpPr>
          <p:spPr>
            <a:xfrm>
              <a:off x="832689" y="6531439"/>
              <a:ext cx="4702057" cy="153098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id="28" name="TextBox 28"/>
            <p:cNvSpPr txBox="1"/>
            <p:nvPr/>
          </p:nvSpPr>
          <p:spPr>
            <a:xfrm>
              <a:off x="832689" y="10397293"/>
              <a:ext cx="5027825" cy="153098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id="29" name="TextBox 29"/>
            <p:cNvSpPr txBox="1"/>
            <p:nvPr/>
          </p:nvSpPr>
          <p:spPr>
            <a:xfrm>
              <a:off x="832689" y="12942161"/>
              <a:ext cx="2929765" cy="931334"/>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03</a:t>
              </a:r>
            </a:p>
          </p:txBody>
        </p:sp>
        <p:sp>
          <p:nvSpPr>
            <p:cNvPr id="30" name="TextBox 30"/>
            <p:cNvSpPr txBox="1"/>
            <p:nvPr/>
          </p:nvSpPr>
          <p:spPr>
            <a:xfrm>
              <a:off x="832689" y="14105270"/>
              <a:ext cx="4793465" cy="153098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grpSp>
      <p:grpSp>
        <p:nvGrpSpPr>
          <p:cNvPr id="31" name="Group 31"/>
          <p:cNvGrpSpPr/>
          <p:nvPr/>
        </p:nvGrpSpPr>
        <p:grpSpPr>
          <a:xfrm>
            <a:off x="1028700" y="1527284"/>
            <a:ext cx="10284037" cy="7731016"/>
            <a:chOff x="0" y="0"/>
            <a:chExt cx="13712050" cy="10308021"/>
          </a:xfrm>
        </p:grpSpPr>
        <p:grpSp>
          <p:nvGrpSpPr>
            <p:cNvPr id="32" name="Group 32"/>
            <p:cNvGrpSpPr/>
            <p:nvPr/>
          </p:nvGrpSpPr>
          <p:grpSpPr>
            <a:xfrm>
              <a:off x="0" y="0"/>
              <a:ext cx="13712050" cy="10308021"/>
              <a:chOff x="0" y="0"/>
              <a:chExt cx="2708553" cy="2036152"/>
            </a:xfrm>
          </p:grpSpPr>
          <p:sp>
            <p:nvSpPr>
              <p:cNvPr id="33" name="Freeform 33"/>
              <p:cNvSpPr/>
              <p:nvPr/>
            </p:nvSpPr>
            <p:spPr>
              <a:xfrm>
                <a:off x="0" y="0"/>
                <a:ext cx="2708553" cy="2036152"/>
              </a:xfrm>
              <a:custGeom>
                <a:avLst/>
                <a:gdLst/>
                <a:ahLst/>
                <a:cxnLst/>
                <a:rect l="l" t="t" r="r" b="b"/>
                <a:pathLst>
                  <a:path w="2708553" h="2036152">
                    <a:moveTo>
                      <a:pt x="15056" y="0"/>
                    </a:moveTo>
                    <a:lnTo>
                      <a:pt x="2693497" y="0"/>
                    </a:lnTo>
                    <a:cubicBezTo>
                      <a:pt x="2701812" y="0"/>
                      <a:pt x="2708553" y="6741"/>
                      <a:pt x="2708553" y="15056"/>
                    </a:cubicBezTo>
                    <a:lnTo>
                      <a:pt x="2708553" y="2021096"/>
                    </a:lnTo>
                    <a:cubicBezTo>
                      <a:pt x="2708553" y="2025089"/>
                      <a:pt x="2706967" y="2028919"/>
                      <a:pt x="2704143" y="2031743"/>
                    </a:cubicBezTo>
                    <a:cubicBezTo>
                      <a:pt x="2701320" y="2034566"/>
                      <a:pt x="2697490" y="2036152"/>
                      <a:pt x="2693497" y="2036152"/>
                    </a:cubicBezTo>
                    <a:lnTo>
                      <a:pt x="15056" y="2036152"/>
                    </a:lnTo>
                    <a:cubicBezTo>
                      <a:pt x="11063" y="2036152"/>
                      <a:pt x="7233" y="2034566"/>
                      <a:pt x="4410" y="2031743"/>
                    </a:cubicBezTo>
                    <a:cubicBezTo>
                      <a:pt x="1586" y="2028919"/>
                      <a:pt x="0" y="2025089"/>
                      <a:pt x="0" y="2021096"/>
                    </a:cubicBezTo>
                    <a:lnTo>
                      <a:pt x="0" y="15056"/>
                    </a:lnTo>
                    <a:cubicBezTo>
                      <a:pt x="0" y="11063"/>
                      <a:pt x="1586" y="7233"/>
                      <a:pt x="4410" y="4410"/>
                    </a:cubicBezTo>
                    <a:cubicBezTo>
                      <a:pt x="7233" y="1586"/>
                      <a:pt x="11063" y="0"/>
                      <a:pt x="15056" y="0"/>
                    </a:cubicBezTo>
                    <a:close/>
                  </a:path>
                </a:pathLst>
              </a:custGeom>
              <a:solidFill>
                <a:srgbClr val="000000">
                  <a:alpha val="0"/>
                </a:srgbClr>
              </a:solidFill>
              <a:ln w="38100" cap="sq">
                <a:solidFill>
                  <a:srgbClr val="E5E1DA"/>
                </a:solidFill>
                <a:prstDash val="solid"/>
                <a:miter/>
              </a:ln>
            </p:spPr>
            <p:txBody>
              <a:bodyPr/>
              <a:lstStyle/>
              <a:p>
                <a:endParaRPr lang="en-US"/>
              </a:p>
            </p:txBody>
          </p:sp>
          <p:sp>
            <p:nvSpPr>
              <p:cNvPr id="34" name="TextBox 34"/>
              <p:cNvSpPr txBox="1"/>
              <p:nvPr/>
            </p:nvSpPr>
            <p:spPr>
              <a:xfrm>
                <a:off x="0" y="-38100"/>
                <a:ext cx="2708553" cy="2074252"/>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975120" y="1115685"/>
              <a:ext cx="11368840" cy="31064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Origin of the creative idea</a:t>
              </a:r>
            </a:p>
          </p:txBody>
        </p:sp>
        <p:sp>
          <p:nvSpPr>
            <p:cNvPr id="36" name="TextBox 36"/>
            <p:cNvSpPr txBox="1"/>
            <p:nvPr/>
          </p:nvSpPr>
          <p:spPr>
            <a:xfrm>
              <a:off x="1102120" y="4709015"/>
              <a:ext cx="10276762" cy="4674235"/>
            </a:xfrm>
            <a:prstGeom prst="rect">
              <a:avLst/>
            </a:prstGeom>
          </p:spPr>
          <p:txBody>
            <a:bodyPr lIns="0" tIns="0" rIns="0" bIns="0" rtlCol="0" anchor="t">
              <a:spAutoFit/>
            </a:bodyPr>
            <a:lstStyle/>
            <a:p>
              <a:pPr marL="0" lvl="0" indent="0" algn="l">
                <a:lnSpc>
                  <a:spcPts val="2834"/>
                </a:lnSpc>
                <a:spcBef>
                  <a:spcPct val="0"/>
                </a:spcBef>
              </a:pPr>
              <a:r>
                <a:rPr lang="en-US" sz="2099" u="none" spc="125">
                  <a:solidFill>
                    <a:srgbClr val="F4F4ED"/>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a:p>
              <a:pPr marL="0" lvl="0" indent="0" algn="l">
                <a:lnSpc>
                  <a:spcPts val="2834"/>
                </a:lnSpc>
                <a:spcBef>
                  <a:spcPct val="0"/>
                </a:spcBef>
              </a:pPr>
              <a:endParaRPr lang="en-US" sz="2099" u="none" spc="125">
                <a:solidFill>
                  <a:srgbClr val="F4F4ED"/>
                </a:solidFill>
                <a:latin typeface="Red Hat Display"/>
                <a:ea typeface="Red Hat Display"/>
                <a:cs typeface="Red Hat Display"/>
                <a:sym typeface="Red Hat Display"/>
              </a:endParaRPr>
            </a:p>
            <a:p>
              <a:pPr marL="0" lvl="0" indent="0" algn="l">
                <a:lnSpc>
                  <a:spcPts val="2834"/>
                </a:lnSpc>
                <a:spcBef>
                  <a:spcPct val="0"/>
                </a:spcBef>
              </a:pPr>
              <a:r>
                <a:rPr lang="en-US" sz="2099" u="none" spc="125">
                  <a:solidFill>
                    <a:srgbClr val="F4F4ED"/>
                  </a:solidFill>
                  <a:latin typeface="Red Hat Display"/>
                  <a:ea typeface="Red Hat Display"/>
                  <a:cs typeface="Red Hat Display"/>
                  <a:sym typeface="Red Hat Display"/>
                </a:rPr>
                <a:t>Duis aute irure dolor in reprehenderit in voluptate velit esse cillum dolore eu fugiat nulla pariatur. Excepteur sint occaecat cupidatat non proident, sunt in culpa qui officia deserunt mollit anim id est laborum.</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1297615" y="1100978"/>
            <a:ext cx="5467337" cy="988957"/>
            <a:chOff x="0" y="0"/>
            <a:chExt cx="1457479" cy="263635"/>
          </a:xfrm>
        </p:grpSpPr>
        <p:sp>
          <p:nvSpPr>
            <p:cNvPr id="3" name="Freeform 3"/>
            <p:cNvSpPr/>
            <p:nvPr/>
          </p:nvSpPr>
          <p:spPr>
            <a:xfrm>
              <a:off x="0" y="0"/>
              <a:ext cx="1457479" cy="263635"/>
            </a:xfrm>
            <a:custGeom>
              <a:avLst/>
              <a:gdLst/>
              <a:ahLst/>
              <a:cxnLst/>
              <a:rect l="l" t="t" r="r" b="b"/>
              <a:pathLst>
                <a:path w="1457479" h="263635">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gradFill rotWithShape="1">
              <a:gsLst>
                <a:gs pos="0">
                  <a:srgbClr val="FFFFFF">
                    <a:alpha val="5000"/>
                  </a:srgbClr>
                </a:gs>
                <a:gs pos="50000">
                  <a:srgbClr val="F1F1F1">
                    <a:alpha val="5000"/>
                  </a:srgbClr>
                </a:gs>
                <a:gs pos="100000">
                  <a:srgbClr val="F1F1F1">
                    <a:alpha val="5000"/>
                  </a:srgbClr>
                </a:gs>
              </a:gsLst>
              <a:lin ang="0"/>
            </a:gradFill>
          </p:spPr>
          <p:txBody>
            <a:bodyPr/>
            <a:lstStyle/>
            <a:p>
              <a:endParaRPr lang="en-US"/>
            </a:p>
          </p:txBody>
        </p:sp>
        <p:sp>
          <p:nvSpPr>
            <p:cNvPr id="4" name="TextBox 4"/>
            <p:cNvSpPr txBox="1"/>
            <p:nvPr/>
          </p:nvSpPr>
          <p:spPr>
            <a:xfrm>
              <a:off x="0" y="-57150"/>
              <a:ext cx="1457479" cy="320785"/>
            </a:xfrm>
            <a:prstGeom prst="rect">
              <a:avLst/>
            </a:prstGeom>
          </p:spPr>
          <p:txBody>
            <a:bodyPr lIns="52257" tIns="52257" rIns="52257" bIns="52257" rtlCol="0" anchor="ctr"/>
            <a:lstStyle/>
            <a:p>
              <a:pPr algn="ctr">
                <a:lnSpc>
                  <a:spcPts val="2660"/>
                </a:lnSpc>
                <a:spcBef>
                  <a:spcPct val="0"/>
                </a:spcBef>
              </a:pPr>
              <a:endParaRPr/>
            </a:p>
          </p:txBody>
        </p:sp>
      </p:grpSp>
      <p:sp>
        <p:nvSpPr>
          <p:cNvPr id="5" name="Freeform 5"/>
          <p:cNvSpPr/>
          <p:nvPr/>
        </p:nvSpPr>
        <p:spPr>
          <a:xfrm>
            <a:off x="1523048" y="1446617"/>
            <a:ext cx="665937" cy="385033"/>
          </a:xfrm>
          <a:custGeom>
            <a:avLst/>
            <a:gdLst/>
            <a:ahLst/>
            <a:cxnLst/>
            <a:rect l="l" t="t" r="r" b="b"/>
            <a:pathLst>
              <a:path w="665937" h="385033">
                <a:moveTo>
                  <a:pt x="0" y="0"/>
                </a:moveTo>
                <a:lnTo>
                  <a:pt x="665937" y="0"/>
                </a:lnTo>
                <a:lnTo>
                  <a:pt x="665937" y="385033"/>
                </a:lnTo>
                <a:lnTo>
                  <a:pt x="0" y="385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AutoShape 6"/>
          <p:cNvSpPr/>
          <p:nvPr/>
        </p:nvSpPr>
        <p:spPr>
          <a:xfrm>
            <a:off x="2965365" y="1643896"/>
            <a:ext cx="7555869" cy="9525"/>
          </a:xfrm>
          <a:prstGeom prst="line">
            <a:avLst/>
          </a:prstGeom>
          <a:ln w="19050" cap="flat">
            <a:solidFill>
              <a:srgbClr val="4C4C4C"/>
            </a:solidFill>
            <a:prstDash val="solid"/>
            <a:headEnd type="none" w="sm" len="sm"/>
            <a:tailEnd type="none" w="sm" len="sm"/>
          </a:ln>
        </p:spPr>
        <p:txBody>
          <a:bodyPr/>
          <a:lstStyle/>
          <a:p>
            <a:endParaRPr lang="en-US"/>
          </a:p>
        </p:txBody>
      </p:sp>
      <p:sp>
        <p:nvSpPr>
          <p:cNvPr id="7" name="TextBox 7"/>
          <p:cNvSpPr txBox="1"/>
          <p:nvPr/>
        </p:nvSpPr>
        <p:spPr>
          <a:xfrm>
            <a:off x="11754696" y="1427567"/>
            <a:ext cx="4553174" cy="354828"/>
          </a:xfrm>
          <a:prstGeom prst="rect">
            <a:avLst/>
          </a:prstGeom>
        </p:spPr>
        <p:txBody>
          <a:bodyPr lIns="0" tIns="0" rIns="0" bIns="0" rtlCol="0" anchor="t">
            <a:spAutoFit/>
          </a:bodyPr>
          <a:lstStyle/>
          <a:p>
            <a:pPr algn="l">
              <a:lnSpc>
                <a:spcPts val="2474"/>
              </a:lnSpc>
            </a:pPr>
            <a:r>
              <a:rPr lang="en-US" sz="2474" i="1">
                <a:solidFill>
                  <a:srgbClr val="A2A2A2"/>
                </a:solidFill>
                <a:latin typeface="Poppins Italics"/>
                <a:ea typeface="Poppins Italics"/>
                <a:cs typeface="Poppins Italics"/>
                <a:sym typeface="Poppins Italics"/>
              </a:rPr>
              <a:t>Presented By : Claudia Alves</a:t>
            </a:r>
          </a:p>
        </p:txBody>
      </p:sp>
      <p:sp>
        <p:nvSpPr>
          <p:cNvPr id="8" name="TextBox 8"/>
          <p:cNvSpPr txBox="1"/>
          <p:nvPr/>
        </p:nvSpPr>
        <p:spPr>
          <a:xfrm>
            <a:off x="6833346" y="2887441"/>
            <a:ext cx="9931606" cy="1288952"/>
          </a:xfrm>
          <a:prstGeom prst="rect">
            <a:avLst/>
          </a:prstGeom>
        </p:spPr>
        <p:txBody>
          <a:bodyPr lIns="0" tIns="0" rIns="0" bIns="0" rtlCol="0" anchor="t">
            <a:spAutoFit/>
          </a:bodyPr>
          <a:lstStyle/>
          <a:p>
            <a:pPr algn="r">
              <a:lnSpc>
                <a:spcPts val="7996"/>
              </a:lnSpc>
            </a:pPr>
            <a:r>
              <a:rPr lang="en-US" sz="7996">
                <a:solidFill>
                  <a:srgbClr val="FFFFFF"/>
                </a:solidFill>
                <a:latin typeface="Agrandir Grand"/>
                <a:ea typeface="Agrandir Grand"/>
                <a:cs typeface="Agrandir Grand"/>
                <a:sym typeface="Agrandir Grand"/>
              </a:rPr>
              <a:t>FINANCIAL PLAN</a:t>
            </a:r>
          </a:p>
        </p:txBody>
      </p:sp>
      <p:grpSp>
        <p:nvGrpSpPr>
          <p:cNvPr id="9" name="Group 9"/>
          <p:cNvGrpSpPr/>
          <p:nvPr/>
        </p:nvGrpSpPr>
        <p:grpSpPr>
          <a:xfrm>
            <a:off x="6833346" y="4767308"/>
            <a:ext cx="4832029" cy="2127625"/>
            <a:chOff x="0" y="0"/>
            <a:chExt cx="1551733" cy="683255"/>
          </a:xfrm>
        </p:grpSpPr>
        <p:sp>
          <p:nvSpPr>
            <p:cNvPr id="10" name="Freeform 10"/>
            <p:cNvSpPr/>
            <p:nvPr/>
          </p:nvSpPr>
          <p:spPr>
            <a:xfrm>
              <a:off x="0" y="0"/>
              <a:ext cx="1551733" cy="683255"/>
            </a:xfrm>
            <a:custGeom>
              <a:avLst/>
              <a:gdLst/>
              <a:ahLst/>
              <a:cxnLst/>
              <a:rect l="l" t="t" r="r" b="b"/>
              <a:pathLst>
                <a:path w="1551733" h="683255">
                  <a:moveTo>
                    <a:pt x="65691" y="0"/>
                  </a:moveTo>
                  <a:lnTo>
                    <a:pt x="1486042" y="0"/>
                  </a:lnTo>
                  <a:cubicBezTo>
                    <a:pt x="1522322" y="0"/>
                    <a:pt x="1551733" y="29411"/>
                    <a:pt x="1551733" y="65691"/>
                  </a:cubicBezTo>
                  <a:lnTo>
                    <a:pt x="1551733" y="617564"/>
                  </a:lnTo>
                  <a:cubicBezTo>
                    <a:pt x="1551733" y="634986"/>
                    <a:pt x="1544812" y="651695"/>
                    <a:pt x="1532493" y="664014"/>
                  </a:cubicBezTo>
                  <a:cubicBezTo>
                    <a:pt x="1520173" y="676334"/>
                    <a:pt x="1503465" y="683255"/>
                    <a:pt x="1486042" y="683255"/>
                  </a:cubicBezTo>
                  <a:lnTo>
                    <a:pt x="65691" y="683255"/>
                  </a:lnTo>
                  <a:cubicBezTo>
                    <a:pt x="29411" y="683255"/>
                    <a:pt x="0" y="653844"/>
                    <a:pt x="0" y="617564"/>
                  </a:cubicBezTo>
                  <a:lnTo>
                    <a:pt x="0" y="65691"/>
                  </a:lnTo>
                  <a:cubicBezTo>
                    <a:pt x="0" y="48268"/>
                    <a:pt x="6921" y="31560"/>
                    <a:pt x="19240" y="19240"/>
                  </a:cubicBezTo>
                  <a:cubicBezTo>
                    <a:pt x="31560" y="6921"/>
                    <a:pt x="48268" y="0"/>
                    <a:pt x="65691" y="0"/>
                  </a:cubicBezTo>
                  <a:close/>
                </a:path>
              </a:pathLst>
            </a:custGeom>
            <a:solidFill>
              <a:srgbClr val="FFFFFF">
                <a:alpha val="4706"/>
              </a:srgbClr>
            </a:solidFill>
          </p:spPr>
          <p:txBody>
            <a:bodyPr/>
            <a:lstStyle/>
            <a:p>
              <a:endParaRPr lang="en-US"/>
            </a:p>
          </p:txBody>
        </p:sp>
        <p:sp>
          <p:nvSpPr>
            <p:cNvPr id="11" name="TextBox 11"/>
            <p:cNvSpPr txBox="1"/>
            <p:nvPr/>
          </p:nvSpPr>
          <p:spPr>
            <a:xfrm>
              <a:off x="0" y="-57150"/>
              <a:ext cx="1551733" cy="740405"/>
            </a:xfrm>
            <a:prstGeom prst="rect">
              <a:avLst/>
            </a:prstGeom>
          </p:spPr>
          <p:txBody>
            <a:bodyPr lIns="52257" tIns="52257" rIns="52257" bIns="52257" rtlCol="0" anchor="ctr"/>
            <a:lstStyle/>
            <a:p>
              <a:pPr algn="ctr">
                <a:lnSpc>
                  <a:spcPts val="2660"/>
                </a:lnSpc>
                <a:spcBef>
                  <a:spcPct val="0"/>
                </a:spcBef>
              </a:pPr>
              <a:endParaRPr/>
            </a:p>
          </p:txBody>
        </p:sp>
      </p:grpSp>
      <p:grpSp>
        <p:nvGrpSpPr>
          <p:cNvPr id="12" name="Group 12"/>
          <p:cNvGrpSpPr/>
          <p:nvPr/>
        </p:nvGrpSpPr>
        <p:grpSpPr>
          <a:xfrm>
            <a:off x="11932923" y="4767308"/>
            <a:ext cx="4832029" cy="2127625"/>
            <a:chOff x="0" y="0"/>
            <a:chExt cx="1551733" cy="683255"/>
          </a:xfrm>
        </p:grpSpPr>
        <p:sp>
          <p:nvSpPr>
            <p:cNvPr id="13" name="Freeform 13"/>
            <p:cNvSpPr/>
            <p:nvPr/>
          </p:nvSpPr>
          <p:spPr>
            <a:xfrm>
              <a:off x="0" y="0"/>
              <a:ext cx="1551733" cy="683255"/>
            </a:xfrm>
            <a:custGeom>
              <a:avLst/>
              <a:gdLst/>
              <a:ahLst/>
              <a:cxnLst/>
              <a:rect l="l" t="t" r="r" b="b"/>
              <a:pathLst>
                <a:path w="1551733" h="683255">
                  <a:moveTo>
                    <a:pt x="65691" y="0"/>
                  </a:moveTo>
                  <a:lnTo>
                    <a:pt x="1486042" y="0"/>
                  </a:lnTo>
                  <a:cubicBezTo>
                    <a:pt x="1522322" y="0"/>
                    <a:pt x="1551733" y="29411"/>
                    <a:pt x="1551733" y="65691"/>
                  </a:cubicBezTo>
                  <a:lnTo>
                    <a:pt x="1551733" y="617564"/>
                  </a:lnTo>
                  <a:cubicBezTo>
                    <a:pt x="1551733" y="634986"/>
                    <a:pt x="1544812" y="651695"/>
                    <a:pt x="1532493" y="664014"/>
                  </a:cubicBezTo>
                  <a:cubicBezTo>
                    <a:pt x="1520173" y="676334"/>
                    <a:pt x="1503465" y="683255"/>
                    <a:pt x="1486042" y="683255"/>
                  </a:cubicBezTo>
                  <a:lnTo>
                    <a:pt x="65691" y="683255"/>
                  </a:lnTo>
                  <a:cubicBezTo>
                    <a:pt x="29411" y="683255"/>
                    <a:pt x="0" y="653844"/>
                    <a:pt x="0" y="617564"/>
                  </a:cubicBezTo>
                  <a:lnTo>
                    <a:pt x="0" y="65691"/>
                  </a:lnTo>
                  <a:cubicBezTo>
                    <a:pt x="0" y="48268"/>
                    <a:pt x="6921" y="31560"/>
                    <a:pt x="19240" y="19240"/>
                  </a:cubicBezTo>
                  <a:cubicBezTo>
                    <a:pt x="31560" y="6921"/>
                    <a:pt x="48268" y="0"/>
                    <a:pt x="65691" y="0"/>
                  </a:cubicBezTo>
                  <a:close/>
                </a:path>
              </a:pathLst>
            </a:custGeom>
            <a:solidFill>
              <a:srgbClr val="FFFFFF">
                <a:alpha val="4706"/>
              </a:srgbClr>
            </a:solidFill>
          </p:spPr>
          <p:txBody>
            <a:bodyPr/>
            <a:lstStyle/>
            <a:p>
              <a:endParaRPr lang="en-US"/>
            </a:p>
          </p:txBody>
        </p:sp>
        <p:sp>
          <p:nvSpPr>
            <p:cNvPr id="14" name="TextBox 14"/>
            <p:cNvSpPr txBox="1"/>
            <p:nvPr/>
          </p:nvSpPr>
          <p:spPr>
            <a:xfrm>
              <a:off x="0" y="-57150"/>
              <a:ext cx="1551733" cy="740405"/>
            </a:xfrm>
            <a:prstGeom prst="rect">
              <a:avLst/>
            </a:prstGeom>
          </p:spPr>
          <p:txBody>
            <a:bodyPr lIns="52257" tIns="52257" rIns="52257" bIns="52257" rtlCol="0" anchor="ctr"/>
            <a:lstStyle/>
            <a:p>
              <a:pPr algn="ctr">
                <a:lnSpc>
                  <a:spcPts val="2660"/>
                </a:lnSpc>
                <a:spcBef>
                  <a:spcPct val="0"/>
                </a:spcBef>
              </a:pPr>
              <a:endParaRPr/>
            </a:p>
          </p:txBody>
        </p:sp>
      </p:grpSp>
      <p:grpSp>
        <p:nvGrpSpPr>
          <p:cNvPr id="15" name="Group 15"/>
          <p:cNvGrpSpPr/>
          <p:nvPr/>
        </p:nvGrpSpPr>
        <p:grpSpPr>
          <a:xfrm>
            <a:off x="6851225" y="7058397"/>
            <a:ext cx="4832029" cy="2127625"/>
            <a:chOff x="0" y="0"/>
            <a:chExt cx="1551733" cy="683255"/>
          </a:xfrm>
        </p:grpSpPr>
        <p:sp>
          <p:nvSpPr>
            <p:cNvPr id="16" name="Freeform 16"/>
            <p:cNvSpPr/>
            <p:nvPr/>
          </p:nvSpPr>
          <p:spPr>
            <a:xfrm>
              <a:off x="0" y="0"/>
              <a:ext cx="1551733" cy="683255"/>
            </a:xfrm>
            <a:custGeom>
              <a:avLst/>
              <a:gdLst/>
              <a:ahLst/>
              <a:cxnLst/>
              <a:rect l="l" t="t" r="r" b="b"/>
              <a:pathLst>
                <a:path w="1551733" h="683255">
                  <a:moveTo>
                    <a:pt x="65691" y="0"/>
                  </a:moveTo>
                  <a:lnTo>
                    <a:pt x="1486042" y="0"/>
                  </a:lnTo>
                  <a:cubicBezTo>
                    <a:pt x="1522322" y="0"/>
                    <a:pt x="1551733" y="29411"/>
                    <a:pt x="1551733" y="65691"/>
                  </a:cubicBezTo>
                  <a:lnTo>
                    <a:pt x="1551733" y="617564"/>
                  </a:lnTo>
                  <a:cubicBezTo>
                    <a:pt x="1551733" y="634986"/>
                    <a:pt x="1544812" y="651695"/>
                    <a:pt x="1532493" y="664014"/>
                  </a:cubicBezTo>
                  <a:cubicBezTo>
                    <a:pt x="1520173" y="676334"/>
                    <a:pt x="1503465" y="683255"/>
                    <a:pt x="1486042" y="683255"/>
                  </a:cubicBezTo>
                  <a:lnTo>
                    <a:pt x="65691" y="683255"/>
                  </a:lnTo>
                  <a:cubicBezTo>
                    <a:pt x="29411" y="683255"/>
                    <a:pt x="0" y="653844"/>
                    <a:pt x="0" y="617564"/>
                  </a:cubicBezTo>
                  <a:lnTo>
                    <a:pt x="0" y="65691"/>
                  </a:lnTo>
                  <a:cubicBezTo>
                    <a:pt x="0" y="48268"/>
                    <a:pt x="6921" y="31560"/>
                    <a:pt x="19240" y="19240"/>
                  </a:cubicBezTo>
                  <a:cubicBezTo>
                    <a:pt x="31560" y="6921"/>
                    <a:pt x="48268" y="0"/>
                    <a:pt x="65691" y="0"/>
                  </a:cubicBezTo>
                  <a:close/>
                </a:path>
              </a:pathLst>
            </a:custGeom>
            <a:solidFill>
              <a:srgbClr val="FFFFFF">
                <a:alpha val="4706"/>
              </a:srgbClr>
            </a:solidFill>
          </p:spPr>
          <p:txBody>
            <a:bodyPr/>
            <a:lstStyle/>
            <a:p>
              <a:endParaRPr lang="en-US"/>
            </a:p>
          </p:txBody>
        </p:sp>
        <p:sp>
          <p:nvSpPr>
            <p:cNvPr id="17" name="TextBox 17"/>
            <p:cNvSpPr txBox="1"/>
            <p:nvPr/>
          </p:nvSpPr>
          <p:spPr>
            <a:xfrm>
              <a:off x="0" y="-57150"/>
              <a:ext cx="1551733" cy="740405"/>
            </a:xfrm>
            <a:prstGeom prst="rect">
              <a:avLst/>
            </a:prstGeom>
          </p:spPr>
          <p:txBody>
            <a:bodyPr lIns="52257" tIns="52257" rIns="52257" bIns="52257" rtlCol="0" anchor="ctr"/>
            <a:lstStyle/>
            <a:p>
              <a:pPr algn="ctr">
                <a:lnSpc>
                  <a:spcPts val="2660"/>
                </a:lnSpc>
                <a:spcBef>
                  <a:spcPct val="0"/>
                </a:spcBef>
              </a:pPr>
              <a:endParaRPr/>
            </a:p>
          </p:txBody>
        </p:sp>
      </p:grpSp>
      <p:grpSp>
        <p:nvGrpSpPr>
          <p:cNvPr id="18" name="Group 18"/>
          <p:cNvGrpSpPr/>
          <p:nvPr/>
        </p:nvGrpSpPr>
        <p:grpSpPr>
          <a:xfrm>
            <a:off x="11950802" y="7058397"/>
            <a:ext cx="3899188" cy="2127625"/>
            <a:chOff x="0" y="0"/>
            <a:chExt cx="1252165" cy="683255"/>
          </a:xfrm>
        </p:grpSpPr>
        <p:sp>
          <p:nvSpPr>
            <p:cNvPr id="19" name="Freeform 19"/>
            <p:cNvSpPr/>
            <p:nvPr/>
          </p:nvSpPr>
          <p:spPr>
            <a:xfrm>
              <a:off x="0" y="0"/>
              <a:ext cx="1252165" cy="683255"/>
            </a:xfrm>
            <a:custGeom>
              <a:avLst/>
              <a:gdLst/>
              <a:ahLst/>
              <a:cxnLst/>
              <a:rect l="l" t="t" r="r" b="b"/>
              <a:pathLst>
                <a:path w="1252165" h="683255">
                  <a:moveTo>
                    <a:pt x="81406" y="0"/>
                  </a:moveTo>
                  <a:lnTo>
                    <a:pt x="1170759" y="0"/>
                  </a:lnTo>
                  <a:cubicBezTo>
                    <a:pt x="1192349" y="0"/>
                    <a:pt x="1213055" y="8577"/>
                    <a:pt x="1228322" y="23843"/>
                  </a:cubicBezTo>
                  <a:cubicBezTo>
                    <a:pt x="1243589" y="39110"/>
                    <a:pt x="1252165" y="59816"/>
                    <a:pt x="1252165" y="81406"/>
                  </a:cubicBezTo>
                  <a:lnTo>
                    <a:pt x="1252165" y="601848"/>
                  </a:lnTo>
                  <a:cubicBezTo>
                    <a:pt x="1252165" y="646808"/>
                    <a:pt x="1215718" y="683255"/>
                    <a:pt x="1170759" y="683255"/>
                  </a:cubicBezTo>
                  <a:lnTo>
                    <a:pt x="81406" y="683255"/>
                  </a:lnTo>
                  <a:cubicBezTo>
                    <a:pt x="36447" y="683255"/>
                    <a:pt x="0" y="646808"/>
                    <a:pt x="0" y="601848"/>
                  </a:cubicBezTo>
                  <a:lnTo>
                    <a:pt x="0" y="81406"/>
                  </a:lnTo>
                  <a:cubicBezTo>
                    <a:pt x="0" y="36447"/>
                    <a:pt x="36447" y="0"/>
                    <a:pt x="81406" y="0"/>
                  </a:cubicBezTo>
                  <a:close/>
                </a:path>
              </a:pathLst>
            </a:custGeom>
            <a:solidFill>
              <a:srgbClr val="FFFFFF">
                <a:alpha val="4706"/>
              </a:srgbClr>
            </a:solidFill>
          </p:spPr>
          <p:txBody>
            <a:bodyPr/>
            <a:lstStyle/>
            <a:p>
              <a:endParaRPr lang="en-US"/>
            </a:p>
          </p:txBody>
        </p:sp>
        <p:sp>
          <p:nvSpPr>
            <p:cNvPr id="20" name="TextBox 20"/>
            <p:cNvSpPr txBox="1"/>
            <p:nvPr/>
          </p:nvSpPr>
          <p:spPr>
            <a:xfrm>
              <a:off x="0" y="-57150"/>
              <a:ext cx="1252165" cy="740405"/>
            </a:xfrm>
            <a:prstGeom prst="rect">
              <a:avLst/>
            </a:prstGeom>
          </p:spPr>
          <p:txBody>
            <a:bodyPr lIns="52257" tIns="52257" rIns="52257" bIns="52257" rtlCol="0" anchor="ctr"/>
            <a:lstStyle/>
            <a:p>
              <a:pPr algn="ctr">
                <a:lnSpc>
                  <a:spcPts val="2660"/>
                </a:lnSpc>
                <a:spcBef>
                  <a:spcPct val="0"/>
                </a:spcBef>
              </a:pPr>
              <a:endParaRPr/>
            </a:p>
          </p:txBody>
        </p:sp>
      </p:grpSp>
      <p:grpSp>
        <p:nvGrpSpPr>
          <p:cNvPr id="21" name="Group 21"/>
          <p:cNvGrpSpPr/>
          <p:nvPr/>
        </p:nvGrpSpPr>
        <p:grpSpPr>
          <a:xfrm>
            <a:off x="7287128" y="5496715"/>
            <a:ext cx="849262" cy="798010"/>
            <a:chOff x="0" y="0"/>
            <a:chExt cx="865002" cy="812800"/>
          </a:xfrm>
        </p:grpSpPr>
        <p:sp>
          <p:nvSpPr>
            <p:cNvPr id="22" name="Freeform 22"/>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23" name="TextBox 23"/>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sp>
        <p:nvSpPr>
          <p:cNvPr id="24" name="TextBox 24"/>
          <p:cNvSpPr txBox="1"/>
          <p:nvPr/>
        </p:nvSpPr>
        <p:spPr>
          <a:xfrm>
            <a:off x="8448896" y="5392552"/>
            <a:ext cx="2798456" cy="342410"/>
          </a:xfrm>
          <a:prstGeom prst="rect">
            <a:avLst/>
          </a:prstGeom>
        </p:spPr>
        <p:txBody>
          <a:bodyPr lIns="0" tIns="0" rIns="0" bIns="0" rtlCol="0" anchor="t">
            <a:spAutoFit/>
          </a:bodyPr>
          <a:lstStyle/>
          <a:p>
            <a:pPr algn="l">
              <a:lnSpc>
                <a:spcPts val="2378"/>
              </a:lnSpc>
            </a:pPr>
            <a:r>
              <a:rPr lang="en-US" sz="2378">
                <a:solidFill>
                  <a:srgbClr val="A2A2A2"/>
                </a:solidFill>
                <a:latin typeface="Poppins"/>
                <a:ea typeface="Poppins"/>
                <a:cs typeface="Poppins"/>
                <a:sym typeface="Poppins"/>
              </a:rPr>
              <a:t>Annual Revenue :</a:t>
            </a:r>
          </a:p>
        </p:txBody>
      </p:sp>
      <p:sp>
        <p:nvSpPr>
          <p:cNvPr id="25" name="TextBox 25"/>
          <p:cNvSpPr txBox="1"/>
          <p:nvPr/>
        </p:nvSpPr>
        <p:spPr>
          <a:xfrm>
            <a:off x="8500636" y="5933820"/>
            <a:ext cx="2568222" cy="484296"/>
          </a:xfrm>
          <a:prstGeom prst="rect">
            <a:avLst/>
          </a:prstGeom>
        </p:spPr>
        <p:txBody>
          <a:bodyPr lIns="0" tIns="0" rIns="0" bIns="0" rtlCol="0" anchor="t">
            <a:spAutoFit/>
          </a:bodyPr>
          <a:lstStyle/>
          <a:p>
            <a:pPr algn="l">
              <a:lnSpc>
                <a:spcPts val="3437"/>
              </a:lnSpc>
            </a:pPr>
            <a:r>
              <a:rPr lang="en-US" sz="3437" b="1">
                <a:solidFill>
                  <a:srgbClr val="A2A2A2"/>
                </a:solidFill>
                <a:latin typeface="Poppins Bold"/>
                <a:ea typeface="Poppins Bold"/>
                <a:cs typeface="Poppins Bold"/>
                <a:sym typeface="Poppins Bold"/>
              </a:rPr>
              <a:t>$ 22 Billion</a:t>
            </a:r>
          </a:p>
        </p:txBody>
      </p:sp>
      <p:grpSp>
        <p:nvGrpSpPr>
          <p:cNvPr id="26" name="Group 26"/>
          <p:cNvGrpSpPr/>
          <p:nvPr/>
        </p:nvGrpSpPr>
        <p:grpSpPr>
          <a:xfrm>
            <a:off x="12365475" y="5496715"/>
            <a:ext cx="849262" cy="798010"/>
            <a:chOff x="0" y="0"/>
            <a:chExt cx="865002" cy="812800"/>
          </a:xfrm>
        </p:grpSpPr>
        <p:sp>
          <p:nvSpPr>
            <p:cNvPr id="27" name="Freeform 27"/>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28" name="TextBox 28"/>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sp>
        <p:nvSpPr>
          <p:cNvPr id="29" name="TextBox 29"/>
          <p:cNvSpPr txBox="1"/>
          <p:nvPr/>
        </p:nvSpPr>
        <p:spPr>
          <a:xfrm>
            <a:off x="13509414" y="5252099"/>
            <a:ext cx="2798456" cy="643621"/>
          </a:xfrm>
          <a:prstGeom prst="rect">
            <a:avLst/>
          </a:prstGeom>
        </p:spPr>
        <p:txBody>
          <a:bodyPr lIns="0" tIns="0" rIns="0" bIns="0" rtlCol="0" anchor="t">
            <a:spAutoFit/>
          </a:bodyPr>
          <a:lstStyle/>
          <a:p>
            <a:pPr algn="l">
              <a:lnSpc>
                <a:spcPts val="2378"/>
              </a:lnSpc>
            </a:pPr>
            <a:r>
              <a:rPr lang="en-US" sz="2378">
                <a:solidFill>
                  <a:srgbClr val="A2A2A2"/>
                </a:solidFill>
                <a:latin typeface="Poppins"/>
                <a:ea typeface="Poppins"/>
                <a:cs typeface="Poppins"/>
                <a:sym typeface="Poppins"/>
              </a:rPr>
              <a:t>Fixed and Variable Costs :</a:t>
            </a:r>
          </a:p>
        </p:txBody>
      </p:sp>
      <p:sp>
        <p:nvSpPr>
          <p:cNvPr id="30" name="TextBox 30"/>
          <p:cNvSpPr txBox="1"/>
          <p:nvPr/>
        </p:nvSpPr>
        <p:spPr>
          <a:xfrm>
            <a:off x="13509414" y="6071568"/>
            <a:ext cx="2568222" cy="484413"/>
          </a:xfrm>
          <a:prstGeom prst="rect">
            <a:avLst/>
          </a:prstGeom>
        </p:spPr>
        <p:txBody>
          <a:bodyPr lIns="0" tIns="0" rIns="0" bIns="0" rtlCol="0" anchor="t">
            <a:spAutoFit/>
          </a:bodyPr>
          <a:lstStyle/>
          <a:p>
            <a:pPr algn="l">
              <a:lnSpc>
                <a:spcPts val="3437"/>
              </a:lnSpc>
            </a:pPr>
            <a:r>
              <a:rPr lang="en-US" sz="3437" b="1">
                <a:solidFill>
                  <a:srgbClr val="A2A2A2"/>
                </a:solidFill>
                <a:latin typeface="Poppins Bold"/>
                <a:ea typeface="Poppins Bold"/>
                <a:cs typeface="Poppins Bold"/>
                <a:sym typeface="Poppins Bold"/>
              </a:rPr>
              <a:t>$ 12 Billion</a:t>
            </a:r>
          </a:p>
        </p:txBody>
      </p:sp>
      <p:grpSp>
        <p:nvGrpSpPr>
          <p:cNvPr id="31" name="Group 31"/>
          <p:cNvGrpSpPr/>
          <p:nvPr/>
        </p:nvGrpSpPr>
        <p:grpSpPr>
          <a:xfrm>
            <a:off x="7287128" y="7730854"/>
            <a:ext cx="863930" cy="811792"/>
            <a:chOff x="0" y="0"/>
            <a:chExt cx="865002" cy="812800"/>
          </a:xfrm>
        </p:grpSpPr>
        <p:sp>
          <p:nvSpPr>
            <p:cNvPr id="32" name="Freeform 32"/>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33" name="TextBox 33"/>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sp>
        <p:nvSpPr>
          <p:cNvPr id="34" name="TextBox 34"/>
          <p:cNvSpPr txBox="1"/>
          <p:nvPr/>
        </p:nvSpPr>
        <p:spPr>
          <a:xfrm>
            <a:off x="8448896" y="7566011"/>
            <a:ext cx="1069333" cy="348736"/>
          </a:xfrm>
          <a:prstGeom prst="rect">
            <a:avLst/>
          </a:prstGeom>
        </p:spPr>
        <p:txBody>
          <a:bodyPr lIns="0" tIns="0" rIns="0" bIns="0" rtlCol="0" anchor="t">
            <a:spAutoFit/>
          </a:bodyPr>
          <a:lstStyle/>
          <a:p>
            <a:pPr algn="l">
              <a:lnSpc>
                <a:spcPts val="2419"/>
              </a:lnSpc>
            </a:pPr>
            <a:r>
              <a:rPr lang="en-US" sz="2419">
                <a:solidFill>
                  <a:srgbClr val="A2A2A2"/>
                </a:solidFill>
                <a:latin typeface="Poppins"/>
                <a:ea typeface="Poppins"/>
                <a:cs typeface="Poppins"/>
                <a:sym typeface="Poppins"/>
              </a:rPr>
              <a:t>Profit :</a:t>
            </a:r>
          </a:p>
        </p:txBody>
      </p:sp>
      <p:sp>
        <p:nvSpPr>
          <p:cNvPr id="35" name="TextBox 35"/>
          <p:cNvSpPr txBox="1"/>
          <p:nvPr/>
        </p:nvSpPr>
        <p:spPr>
          <a:xfrm>
            <a:off x="8448896" y="8114772"/>
            <a:ext cx="2612579" cy="493438"/>
          </a:xfrm>
          <a:prstGeom prst="rect">
            <a:avLst/>
          </a:prstGeom>
        </p:spPr>
        <p:txBody>
          <a:bodyPr lIns="0" tIns="0" rIns="0" bIns="0" rtlCol="0" anchor="t">
            <a:spAutoFit/>
          </a:bodyPr>
          <a:lstStyle/>
          <a:p>
            <a:pPr algn="l">
              <a:lnSpc>
                <a:spcPts val="3496"/>
              </a:lnSpc>
            </a:pPr>
            <a:r>
              <a:rPr lang="en-US" sz="3496" b="1">
                <a:solidFill>
                  <a:srgbClr val="A2A2A2"/>
                </a:solidFill>
                <a:latin typeface="Poppins Bold"/>
                <a:ea typeface="Poppins Bold"/>
                <a:cs typeface="Poppins Bold"/>
                <a:sym typeface="Poppins Bold"/>
              </a:rPr>
              <a:t> $ 10 Billion</a:t>
            </a:r>
          </a:p>
        </p:txBody>
      </p:sp>
      <p:grpSp>
        <p:nvGrpSpPr>
          <p:cNvPr id="36" name="Group 36"/>
          <p:cNvGrpSpPr/>
          <p:nvPr/>
        </p:nvGrpSpPr>
        <p:grpSpPr>
          <a:xfrm>
            <a:off x="12365475" y="7790019"/>
            <a:ext cx="863930" cy="811792"/>
            <a:chOff x="0" y="0"/>
            <a:chExt cx="865002" cy="812800"/>
          </a:xfrm>
        </p:grpSpPr>
        <p:sp>
          <p:nvSpPr>
            <p:cNvPr id="37" name="Freeform 37"/>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38" name="TextBox 38"/>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sp>
        <p:nvSpPr>
          <p:cNvPr id="39" name="TextBox 39"/>
          <p:cNvSpPr txBox="1"/>
          <p:nvPr/>
        </p:nvSpPr>
        <p:spPr>
          <a:xfrm>
            <a:off x="13509414" y="7625176"/>
            <a:ext cx="1069333" cy="348736"/>
          </a:xfrm>
          <a:prstGeom prst="rect">
            <a:avLst/>
          </a:prstGeom>
        </p:spPr>
        <p:txBody>
          <a:bodyPr lIns="0" tIns="0" rIns="0" bIns="0" rtlCol="0" anchor="t">
            <a:spAutoFit/>
          </a:bodyPr>
          <a:lstStyle/>
          <a:p>
            <a:pPr algn="l">
              <a:lnSpc>
                <a:spcPts val="2419"/>
              </a:lnSpc>
            </a:pPr>
            <a:r>
              <a:rPr lang="en-US" sz="2419">
                <a:solidFill>
                  <a:srgbClr val="A2A2A2"/>
                </a:solidFill>
                <a:latin typeface="Poppins"/>
                <a:ea typeface="Poppins"/>
                <a:cs typeface="Poppins"/>
                <a:sym typeface="Poppins"/>
              </a:rPr>
              <a:t>BEP :</a:t>
            </a:r>
          </a:p>
        </p:txBody>
      </p:sp>
      <p:sp>
        <p:nvSpPr>
          <p:cNvPr id="40" name="TextBox 40"/>
          <p:cNvSpPr txBox="1"/>
          <p:nvPr/>
        </p:nvSpPr>
        <p:spPr>
          <a:xfrm>
            <a:off x="13509414" y="8173937"/>
            <a:ext cx="2007487" cy="493438"/>
          </a:xfrm>
          <a:prstGeom prst="rect">
            <a:avLst/>
          </a:prstGeom>
        </p:spPr>
        <p:txBody>
          <a:bodyPr lIns="0" tIns="0" rIns="0" bIns="0" rtlCol="0" anchor="t">
            <a:spAutoFit/>
          </a:bodyPr>
          <a:lstStyle/>
          <a:p>
            <a:pPr algn="l">
              <a:lnSpc>
                <a:spcPts val="3496"/>
              </a:lnSpc>
            </a:pPr>
            <a:r>
              <a:rPr lang="en-US" sz="3496" b="1">
                <a:solidFill>
                  <a:srgbClr val="A2A2A2"/>
                </a:solidFill>
                <a:latin typeface="Poppins Bold"/>
                <a:ea typeface="Poppins Bold"/>
                <a:cs typeface="Poppins Bold"/>
                <a:sym typeface="Poppins Bold"/>
              </a:rPr>
              <a:t>3 years</a:t>
            </a:r>
          </a:p>
        </p:txBody>
      </p:sp>
      <p:sp>
        <p:nvSpPr>
          <p:cNvPr id="41" name="TextBox 41"/>
          <p:cNvSpPr txBox="1"/>
          <p:nvPr/>
        </p:nvSpPr>
        <p:spPr>
          <a:xfrm>
            <a:off x="1523048" y="8224490"/>
            <a:ext cx="5032902" cy="830706"/>
          </a:xfrm>
          <a:prstGeom prst="rect">
            <a:avLst/>
          </a:prstGeom>
        </p:spPr>
        <p:txBody>
          <a:bodyPr lIns="0" tIns="0" rIns="0" bIns="0" rtlCol="0" anchor="t">
            <a:spAutoFit/>
          </a:bodyPr>
          <a:lstStyle/>
          <a:p>
            <a:pPr algn="l">
              <a:lnSpc>
                <a:spcPts val="3079"/>
              </a:lnSpc>
            </a:pPr>
            <a:r>
              <a:rPr lang="en-US" sz="3079" i="1">
                <a:solidFill>
                  <a:srgbClr val="A2A2A2"/>
                </a:solidFill>
                <a:latin typeface="Poppins Italics"/>
                <a:ea typeface="Poppins Italics"/>
                <a:cs typeface="Poppins Italics"/>
                <a:sym typeface="Poppins Italics"/>
              </a:rPr>
              <a:t>Funding Source : Revenue, investors, loans</a:t>
            </a:r>
          </a:p>
        </p:txBody>
      </p:sp>
      <p:sp>
        <p:nvSpPr>
          <p:cNvPr id="42" name="TextBox 42"/>
          <p:cNvSpPr txBox="1"/>
          <p:nvPr/>
        </p:nvSpPr>
        <p:spPr>
          <a:xfrm>
            <a:off x="7543580" y="5788888"/>
            <a:ext cx="336358" cy="244580"/>
          </a:xfrm>
          <a:prstGeom prst="rect">
            <a:avLst/>
          </a:prstGeom>
        </p:spPr>
        <p:txBody>
          <a:bodyPr lIns="0" tIns="0" rIns="0" bIns="0" rtlCol="0" anchor="t">
            <a:spAutoFit/>
          </a:bodyPr>
          <a:lstStyle/>
          <a:p>
            <a:pPr algn="ctr">
              <a:lnSpc>
                <a:spcPts val="1746"/>
              </a:lnSpc>
            </a:pPr>
            <a:r>
              <a:rPr lang="en-US" sz="1746" b="1">
                <a:solidFill>
                  <a:srgbClr val="FFFFFF"/>
                </a:solidFill>
                <a:latin typeface="Poppins Bold"/>
                <a:ea typeface="Poppins Bold"/>
                <a:cs typeface="Poppins Bold"/>
                <a:sym typeface="Poppins Bold"/>
              </a:rPr>
              <a:t>01</a:t>
            </a:r>
          </a:p>
        </p:txBody>
      </p:sp>
      <p:sp>
        <p:nvSpPr>
          <p:cNvPr id="43" name="TextBox 43"/>
          <p:cNvSpPr txBox="1"/>
          <p:nvPr/>
        </p:nvSpPr>
        <p:spPr>
          <a:xfrm>
            <a:off x="12629260" y="5782955"/>
            <a:ext cx="336358" cy="244580"/>
          </a:xfrm>
          <a:prstGeom prst="rect">
            <a:avLst/>
          </a:prstGeom>
        </p:spPr>
        <p:txBody>
          <a:bodyPr lIns="0" tIns="0" rIns="0" bIns="0" rtlCol="0" anchor="t">
            <a:spAutoFit/>
          </a:bodyPr>
          <a:lstStyle/>
          <a:p>
            <a:pPr algn="ctr">
              <a:lnSpc>
                <a:spcPts val="1746"/>
              </a:lnSpc>
            </a:pPr>
            <a:r>
              <a:rPr lang="en-US" sz="1746" b="1">
                <a:solidFill>
                  <a:srgbClr val="FFFFFF"/>
                </a:solidFill>
                <a:latin typeface="Poppins Bold"/>
                <a:ea typeface="Poppins Bold"/>
                <a:cs typeface="Poppins Bold"/>
                <a:sym typeface="Poppins Bold"/>
              </a:rPr>
              <a:t>02</a:t>
            </a:r>
          </a:p>
        </p:txBody>
      </p:sp>
      <p:sp>
        <p:nvSpPr>
          <p:cNvPr id="44" name="TextBox 44"/>
          <p:cNvSpPr txBox="1"/>
          <p:nvPr/>
        </p:nvSpPr>
        <p:spPr>
          <a:xfrm>
            <a:off x="7543580" y="8023986"/>
            <a:ext cx="336358" cy="244580"/>
          </a:xfrm>
          <a:prstGeom prst="rect">
            <a:avLst/>
          </a:prstGeom>
        </p:spPr>
        <p:txBody>
          <a:bodyPr lIns="0" tIns="0" rIns="0" bIns="0" rtlCol="0" anchor="t">
            <a:spAutoFit/>
          </a:bodyPr>
          <a:lstStyle/>
          <a:p>
            <a:pPr algn="ctr">
              <a:lnSpc>
                <a:spcPts val="1746"/>
              </a:lnSpc>
            </a:pPr>
            <a:r>
              <a:rPr lang="en-US" sz="1746" b="1">
                <a:solidFill>
                  <a:srgbClr val="FFFFFF"/>
                </a:solidFill>
                <a:latin typeface="Poppins Bold"/>
                <a:ea typeface="Poppins Bold"/>
                <a:cs typeface="Poppins Bold"/>
                <a:sym typeface="Poppins Bold"/>
              </a:rPr>
              <a:t>03</a:t>
            </a:r>
          </a:p>
        </p:txBody>
      </p:sp>
      <p:sp>
        <p:nvSpPr>
          <p:cNvPr id="45" name="TextBox 45"/>
          <p:cNvSpPr txBox="1"/>
          <p:nvPr/>
        </p:nvSpPr>
        <p:spPr>
          <a:xfrm>
            <a:off x="12629260" y="8097861"/>
            <a:ext cx="336358" cy="244580"/>
          </a:xfrm>
          <a:prstGeom prst="rect">
            <a:avLst/>
          </a:prstGeom>
        </p:spPr>
        <p:txBody>
          <a:bodyPr lIns="0" tIns="0" rIns="0" bIns="0" rtlCol="0" anchor="t">
            <a:spAutoFit/>
          </a:bodyPr>
          <a:lstStyle/>
          <a:p>
            <a:pPr algn="ctr">
              <a:lnSpc>
                <a:spcPts val="1746"/>
              </a:lnSpc>
            </a:pPr>
            <a:r>
              <a:rPr lang="en-US" sz="1746" b="1">
                <a:solidFill>
                  <a:srgbClr val="FFFFFF"/>
                </a:solidFill>
                <a:latin typeface="Poppins Bold"/>
                <a:ea typeface="Poppins Bold"/>
                <a:cs typeface="Poppins Bold"/>
                <a:sym typeface="Poppins Bold"/>
              </a:rPr>
              <a:t>04</a:t>
            </a:r>
          </a:p>
        </p:txBody>
      </p:sp>
      <p:sp>
        <p:nvSpPr>
          <p:cNvPr id="46" name="Freeform 46"/>
          <p:cNvSpPr/>
          <p:nvPr/>
        </p:nvSpPr>
        <p:spPr>
          <a:xfrm>
            <a:off x="15411518" y="7341206"/>
            <a:ext cx="1353433" cy="1353433"/>
          </a:xfrm>
          <a:custGeom>
            <a:avLst/>
            <a:gdLst/>
            <a:ahLst/>
            <a:cxnLst/>
            <a:rect l="l" t="t" r="r" b="b"/>
            <a:pathLst>
              <a:path w="1353433" h="1353433">
                <a:moveTo>
                  <a:pt x="0" y="0"/>
                </a:moveTo>
                <a:lnTo>
                  <a:pt x="1353434" y="0"/>
                </a:lnTo>
                <a:lnTo>
                  <a:pt x="1353434" y="1353433"/>
                </a:lnTo>
                <a:lnTo>
                  <a:pt x="0" y="1353433"/>
                </a:lnTo>
                <a:lnTo>
                  <a:pt x="0" y="0"/>
                </a:lnTo>
                <a:close/>
              </a:path>
            </a:pathLst>
          </a:custGeom>
          <a:blipFill>
            <a:blip r:embed="rId4">
              <a:alphaModFix amt="98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7" name="Freeform 47"/>
          <p:cNvSpPr/>
          <p:nvPr/>
        </p:nvSpPr>
        <p:spPr>
          <a:xfrm>
            <a:off x="-1869506" y="2345708"/>
            <a:ext cx="4834871" cy="4834871"/>
          </a:xfrm>
          <a:custGeom>
            <a:avLst/>
            <a:gdLst/>
            <a:ahLst/>
            <a:cxnLst/>
            <a:rect l="l" t="t" r="r" b="b"/>
            <a:pathLst>
              <a:path w="4834871" h="4834871">
                <a:moveTo>
                  <a:pt x="0" y="0"/>
                </a:moveTo>
                <a:lnTo>
                  <a:pt x="4834871" y="0"/>
                </a:lnTo>
                <a:lnTo>
                  <a:pt x="4834871" y="4834871"/>
                </a:lnTo>
                <a:lnTo>
                  <a:pt x="0" y="48348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48" name="Freeform 48"/>
          <p:cNvSpPr/>
          <p:nvPr/>
        </p:nvSpPr>
        <p:spPr>
          <a:xfrm>
            <a:off x="1523048" y="3192146"/>
            <a:ext cx="4074158" cy="4074158"/>
          </a:xfrm>
          <a:custGeom>
            <a:avLst/>
            <a:gdLst/>
            <a:ahLst/>
            <a:cxnLst/>
            <a:rect l="l" t="t" r="r" b="b"/>
            <a:pathLst>
              <a:path w="4074158" h="4074158">
                <a:moveTo>
                  <a:pt x="0" y="0"/>
                </a:moveTo>
                <a:lnTo>
                  <a:pt x="4074159" y="0"/>
                </a:lnTo>
                <a:lnTo>
                  <a:pt x="4074159" y="4074158"/>
                </a:lnTo>
                <a:lnTo>
                  <a:pt x="0" y="4074158"/>
                </a:lnTo>
                <a:lnTo>
                  <a:pt x="0" y="0"/>
                </a:lnTo>
                <a:close/>
              </a:path>
            </a:pathLst>
          </a:custGeom>
          <a:blipFill>
            <a:blip r:embed="rId4">
              <a:alphaModFix amt="98000"/>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1297615" y="1188914"/>
            <a:ext cx="5467337" cy="988957"/>
            <a:chOff x="0" y="0"/>
            <a:chExt cx="1457479" cy="263635"/>
          </a:xfrm>
        </p:grpSpPr>
        <p:sp>
          <p:nvSpPr>
            <p:cNvPr id="3" name="Freeform 3"/>
            <p:cNvSpPr/>
            <p:nvPr/>
          </p:nvSpPr>
          <p:spPr>
            <a:xfrm>
              <a:off x="0" y="0"/>
              <a:ext cx="1457479" cy="263635"/>
            </a:xfrm>
            <a:custGeom>
              <a:avLst/>
              <a:gdLst/>
              <a:ahLst/>
              <a:cxnLst/>
              <a:rect l="l" t="t" r="r" b="b"/>
              <a:pathLst>
                <a:path w="1457479" h="263635">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gradFill rotWithShape="1">
              <a:gsLst>
                <a:gs pos="0">
                  <a:srgbClr val="FFFFFF">
                    <a:alpha val="5000"/>
                  </a:srgbClr>
                </a:gs>
                <a:gs pos="50000">
                  <a:srgbClr val="F1F1F1">
                    <a:alpha val="5000"/>
                  </a:srgbClr>
                </a:gs>
                <a:gs pos="100000">
                  <a:srgbClr val="F1F1F1">
                    <a:alpha val="5000"/>
                  </a:srgbClr>
                </a:gs>
              </a:gsLst>
              <a:lin ang="0"/>
            </a:gradFill>
          </p:spPr>
          <p:txBody>
            <a:bodyPr/>
            <a:lstStyle/>
            <a:p>
              <a:endParaRPr lang="en-US"/>
            </a:p>
          </p:txBody>
        </p:sp>
        <p:sp>
          <p:nvSpPr>
            <p:cNvPr id="4" name="TextBox 4"/>
            <p:cNvSpPr txBox="1"/>
            <p:nvPr/>
          </p:nvSpPr>
          <p:spPr>
            <a:xfrm>
              <a:off x="0" y="-57150"/>
              <a:ext cx="1457479" cy="320785"/>
            </a:xfrm>
            <a:prstGeom prst="rect">
              <a:avLst/>
            </a:prstGeom>
          </p:spPr>
          <p:txBody>
            <a:bodyPr lIns="52257" tIns="52257" rIns="52257" bIns="52257" rtlCol="0" anchor="ctr"/>
            <a:lstStyle/>
            <a:p>
              <a:pPr algn="ctr">
                <a:lnSpc>
                  <a:spcPts val="2660"/>
                </a:lnSpc>
                <a:spcBef>
                  <a:spcPct val="0"/>
                </a:spcBef>
              </a:pPr>
              <a:endParaRPr/>
            </a:p>
          </p:txBody>
        </p:sp>
      </p:grpSp>
      <p:sp>
        <p:nvSpPr>
          <p:cNvPr id="5" name="Freeform 5"/>
          <p:cNvSpPr/>
          <p:nvPr/>
        </p:nvSpPr>
        <p:spPr>
          <a:xfrm>
            <a:off x="1523048" y="1534553"/>
            <a:ext cx="665937" cy="385033"/>
          </a:xfrm>
          <a:custGeom>
            <a:avLst/>
            <a:gdLst/>
            <a:ahLst/>
            <a:cxnLst/>
            <a:rect l="l" t="t" r="r" b="b"/>
            <a:pathLst>
              <a:path w="665937" h="385033">
                <a:moveTo>
                  <a:pt x="0" y="0"/>
                </a:moveTo>
                <a:lnTo>
                  <a:pt x="665937" y="0"/>
                </a:lnTo>
                <a:lnTo>
                  <a:pt x="665937" y="385033"/>
                </a:lnTo>
                <a:lnTo>
                  <a:pt x="0" y="385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AutoShape 6"/>
          <p:cNvSpPr/>
          <p:nvPr/>
        </p:nvSpPr>
        <p:spPr>
          <a:xfrm>
            <a:off x="2965365" y="1722307"/>
            <a:ext cx="7555869" cy="9525"/>
          </a:xfrm>
          <a:prstGeom prst="line">
            <a:avLst/>
          </a:prstGeom>
          <a:ln w="19050" cap="flat">
            <a:solidFill>
              <a:srgbClr val="4C4C4C"/>
            </a:solidFill>
            <a:prstDash val="solid"/>
            <a:headEnd type="none" w="sm" len="sm"/>
            <a:tailEnd type="none" w="sm" len="sm"/>
          </a:ln>
        </p:spPr>
        <p:txBody>
          <a:bodyPr/>
          <a:lstStyle/>
          <a:p>
            <a:endParaRPr lang="en-US"/>
          </a:p>
        </p:txBody>
      </p:sp>
      <p:sp>
        <p:nvSpPr>
          <p:cNvPr id="7" name="Freeform 7"/>
          <p:cNvSpPr/>
          <p:nvPr/>
        </p:nvSpPr>
        <p:spPr>
          <a:xfrm>
            <a:off x="7554572" y="3066807"/>
            <a:ext cx="3408355" cy="3408355"/>
          </a:xfrm>
          <a:custGeom>
            <a:avLst/>
            <a:gdLst/>
            <a:ahLst/>
            <a:cxnLst/>
            <a:rect l="l" t="t" r="r" b="b"/>
            <a:pathLst>
              <a:path w="3408355" h="3408355">
                <a:moveTo>
                  <a:pt x="0" y="0"/>
                </a:moveTo>
                <a:lnTo>
                  <a:pt x="3408355" y="0"/>
                </a:lnTo>
                <a:lnTo>
                  <a:pt x="3408355" y="3408355"/>
                </a:lnTo>
                <a:lnTo>
                  <a:pt x="0" y="34083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8" name="Group 8"/>
          <p:cNvGrpSpPr/>
          <p:nvPr/>
        </p:nvGrpSpPr>
        <p:grpSpPr>
          <a:xfrm>
            <a:off x="5689547" y="3245304"/>
            <a:ext cx="3051361" cy="305136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97152" t="-13515" r="-32220" b="-39304"/>
              </a:stretch>
            </a:blipFill>
          </p:spPr>
          <p:txBody>
            <a:bodyPr/>
            <a:lstStyle/>
            <a:p>
              <a:endParaRPr lang="en-US"/>
            </a:p>
          </p:txBody>
        </p:sp>
      </p:grpSp>
      <p:sp>
        <p:nvSpPr>
          <p:cNvPr id="10" name="Freeform 10"/>
          <p:cNvSpPr/>
          <p:nvPr/>
        </p:nvSpPr>
        <p:spPr>
          <a:xfrm>
            <a:off x="11338965" y="2979024"/>
            <a:ext cx="3408355" cy="3408355"/>
          </a:xfrm>
          <a:custGeom>
            <a:avLst/>
            <a:gdLst/>
            <a:ahLst/>
            <a:cxnLst/>
            <a:rect l="l" t="t" r="r" b="b"/>
            <a:pathLst>
              <a:path w="3408355" h="3408355">
                <a:moveTo>
                  <a:pt x="0" y="0"/>
                </a:moveTo>
                <a:lnTo>
                  <a:pt x="3408355" y="0"/>
                </a:lnTo>
                <a:lnTo>
                  <a:pt x="3408355" y="3408356"/>
                </a:lnTo>
                <a:lnTo>
                  <a:pt x="0" y="34083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1" name="Group 11"/>
          <p:cNvGrpSpPr/>
          <p:nvPr/>
        </p:nvGrpSpPr>
        <p:grpSpPr>
          <a:xfrm>
            <a:off x="9516070" y="3245304"/>
            <a:ext cx="3051361" cy="3051361"/>
            <a:chOff x="0" y="0"/>
            <a:chExt cx="812800" cy="812800"/>
          </a:xfrm>
        </p:grpSpPr>
        <p:sp>
          <p:nvSpPr>
            <p:cNvPr id="12" name="Freeform 12"/>
            <p:cNvSpPr/>
            <p:nvPr/>
          </p:nvSpPr>
          <p:spPr>
            <a:xfrm flipH="1">
              <a:off x="0" y="0"/>
              <a:ext cx="812800" cy="812800"/>
            </a:xfrm>
            <a:custGeom>
              <a:avLst/>
              <a:gdLst/>
              <a:ahLst/>
              <a:cxnLst/>
              <a:rect l="l" t="t" r="r" b="b"/>
              <a:pathLst>
                <a:path w="812800" h="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7"/>
              <a:stretch>
                <a:fillRect l="-6386" r="-91421" b="-31295"/>
              </a:stretch>
            </a:blipFill>
          </p:spPr>
          <p:txBody>
            <a:bodyPr/>
            <a:lstStyle/>
            <a:p>
              <a:endParaRPr lang="en-US"/>
            </a:p>
          </p:txBody>
        </p:sp>
      </p:grpSp>
      <p:grpSp>
        <p:nvGrpSpPr>
          <p:cNvPr id="13" name="Group 13"/>
          <p:cNvGrpSpPr/>
          <p:nvPr/>
        </p:nvGrpSpPr>
        <p:grpSpPr>
          <a:xfrm>
            <a:off x="5766983" y="7179662"/>
            <a:ext cx="2927814" cy="971233"/>
            <a:chOff x="0" y="0"/>
            <a:chExt cx="1093212" cy="362647"/>
          </a:xfrm>
        </p:grpSpPr>
        <p:sp>
          <p:nvSpPr>
            <p:cNvPr id="14" name="Freeform 14"/>
            <p:cNvSpPr/>
            <p:nvPr/>
          </p:nvSpPr>
          <p:spPr>
            <a:xfrm>
              <a:off x="0" y="0"/>
              <a:ext cx="1093212" cy="362647"/>
            </a:xfrm>
            <a:custGeom>
              <a:avLst/>
              <a:gdLst/>
              <a:ahLst/>
              <a:cxnLst/>
              <a:rect l="l" t="t" r="r" b="b"/>
              <a:pathLst>
                <a:path w="1093212" h="362647">
                  <a:moveTo>
                    <a:pt x="108415" y="0"/>
                  </a:moveTo>
                  <a:lnTo>
                    <a:pt x="984797" y="0"/>
                  </a:lnTo>
                  <a:cubicBezTo>
                    <a:pt x="1013551" y="0"/>
                    <a:pt x="1041126" y="11422"/>
                    <a:pt x="1061458" y="31754"/>
                  </a:cubicBezTo>
                  <a:cubicBezTo>
                    <a:pt x="1081790" y="52086"/>
                    <a:pt x="1093212" y="79662"/>
                    <a:pt x="1093212" y="108415"/>
                  </a:cubicBezTo>
                  <a:lnTo>
                    <a:pt x="1093212" y="254232"/>
                  </a:lnTo>
                  <a:cubicBezTo>
                    <a:pt x="1093212" y="314108"/>
                    <a:pt x="1044673" y="362647"/>
                    <a:pt x="984797" y="362647"/>
                  </a:cubicBezTo>
                  <a:lnTo>
                    <a:pt x="108415" y="362647"/>
                  </a:lnTo>
                  <a:cubicBezTo>
                    <a:pt x="79662" y="362647"/>
                    <a:pt x="52086" y="351225"/>
                    <a:pt x="31754" y="330893"/>
                  </a:cubicBezTo>
                  <a:cubicBezTo>
                    <a:pt x="11422" y="310561"/>
                    <a:pt x="0" y="282986"/>
                    <a:pt x="0" y="254232"/>
                  </a:cubicBezTo>
                  <a:lnTo>
                    <a:pt x="0" y="108415"/>
                  </a:lnTo>
                  <a:cubicBezTo>
                    <a:pt x="0" y="48539"/>
                    <a:pt x="48539" y="0"/>
                    <a:pt x="108415"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15" name="TextBox 15"/>
            <p:cNvSpPr txBox="1"/>
            <p:nvPr/>
          </p:nvSpPr>
          <p:spPr>
            <a:xfrm>
              <a:off x="0" y="-57150"/>
              <a:ext cx="1093212" cy="419797"/>
            </a:xfrm>
            <a:prstGeom prst="rect">
              <a:avLst/>
            </a:prstGeom>
          </p:spPr>
          <p:txBody>
            <a:bodyPr lIns="52257" tIns="52257" rIns="52257" bIns="52257" rtlCol="0" anchor="ctr"/>
            <a:lstStyle/>
            <a:p>
              <a:pPr algn="ctr">
                <a:lnSpc>
                  <a:spcPts val="2660"/>
                </a:lnSpc>
                <a:spcBef>
                  <a:spcPct val="0"/>
                </a:spcBef>
              </a:pPr>
              <a:endParaRPr/>
            </a:p>
          </p:txBody>
        </p:sp>
      </p:grpSp>
      <p:grpSp>
        <p:nvGrpSpPr>
          <p:cNvPr id="16" name="Group 16"/>
          <p:cNvGrpSpPr/>
          <p:nvPr/>
        </p:nvGrpSpPr>
        <p:grpSpPr>
          <a:xfrm>
            <a:off x="9258749" y="7174382"/>
            <a:ext cx="3421898" cy="971233"/>
            <a:chOff x="0" y="0"/>
            <a:chExt cx="1277697" cy="362647"/>
          </a:xfrm>
        </p:grpSpPr>
        <p:sp>
          <p:nvSpPr>
            <p:cNvPr id="17" name="Freeform 17"/>
            <p:cNvSpPr/>
            <p:nvPr/>
          </p:nvSpPr>
          <p:spPr>
            <a:xfrm>
              <a:off x="0" y="0"/>
              <a:ext cx="1277697" cy="362647"/>
            </a:xfrm>
            <a:custGeom>
              <a:avLst/>
              <a:gdLst/>
              <a:ahLst/>
              <a:cxnLst/>
              <a:rect l="l" t="t" r="r" b="b"/>
              <a:pathLst>
                <a:path w="1277697" h="362647">
                  <a:moveTo>
                    <a:pt x="92761" y="0"/>
                  </a:moveTo>
                  <a:lnTo>
                    <a:pt x="1184936" y="0"/>
                  </a:lnTo>
                  <a:cubicBezTo>
                    <a:pt x="1236167" y="0"/>
                    <a:pt x="1277697" y="41531"/>
                    <a:pt x="1277697" y="92761"/>
                  </a:cubicBezTo>
                  <a:lnTo>
                    <a:pt x="1277697" y="269886"/>
                  </a:lnTo>
                  <a:cubicBezTo>
                    <a:pt x="1277697" y="321117"/>
                    <a:pt x="1236167" y="362647"/>
                    <a:pt x="1184936" y="362647"/>
                  </a:cubicBezTo>
                  <a:lnTo>
                    <a:pt x="92761" y="362647"/>
                  </a:lnTo>
                  <a:cubicBezTo>
                    <a:pt x="68159" y="362647"/>
                    <a:pt x="44565" y="352874"/>
                    <a:pt x="27169" y="335478"/>
                  </a:cubicBezTo>
                  <a:cubicBezTo>
                    <a:pt x="9773" y="318082"/>
                    <a:pt x="0" y="294488"/>
                    <a:pt x="0" y="269886"/>
                  </a:cubicBezTo>
                  <a:lnTo>
                    <a:pt x="0" y="92761"/>
                  </a:lnTo>
                  <a:cubicBezTo>
                    <a:pt x="0" y="41531"/>
                    <a:pt x="41531" y="0"/>
                    <a:pt x="92761"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18" name="TextBox 18"/>
            <p:cNvSpPr txBox="1"/>
            <p:nvPr/>
          </p:nvSpPr>
          <p:spPr>
            <a:xfrm>
              <a:off x="0" y="-57150"/>
              <a:ext cx="1277697" cy="419797"/>
            </a:xfrm>
            <a:prstGeom prst="rect">
              <a:avLst/>
            </a:prstGeom>
          </p:spPr>
          <p:txBody>
            <a:bodyPr lIns="52257" tIns="52257" rIns="52257" bIns="52257" rtlCol="0" anchor="ctr"/>
            <a:lstStyle/>
            <a:p>
              <a:pPr algn="ctr">
                <a:lnSpc>
                  <a:spcPts val="2660"/>
                </a:lnSpc>
                <a:spcBef>
                  <a:spcPct val="0"/>
                </a:spcBef>
              </a:pPr>
              <a:endParaRPr/>
            </a:p>
          </p:txBody>
        </p:sp>
      </p:grpSp>
      <p:grpSp>
        <p:nvGrpSpPr>
          <p:cNvPr id="19" name="Group 19"/>
          <p:cNvGrpSpPr/>
          <p:nvPr/>
        </p:nvGrpSpPr>
        <p:grpSpPr>
          <a:xfrm>
            <a:off x="13456270" y="3245304"/>
            <a:ext cx="3051361" cy="3051361"/>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44141" t="-35695" r="-22070" b="-113623"/>
              </a:stretch>
            </a:blipFill>
          </p:spPr>
          <p:txBody>
            <a:bodyPr/>
            <a:lstStyle/>
            <a:p>
              <a:endParaRPr lang="en-US"/>
            </a:p>
          </p:txBody>
        </p:sp>
      </p:grpSp>
      <p:grpSp>
        <p:nvGrpSpPr>
          <p:cNvPr id="21" name="Group 21"/>
          <p:cNvGrpSpPr/>
          <p:nvPr/>
        </p:nvGrpSpPr>
        <p:grpSpPr>
          <a:xfrm>
            <a:off x="13198949" y="7174382"/>
            <a:ext cx="3566003" cy="971233"/>
            <a:chOff x="0" y="0"/>
            <a:chExt cx="1331504" cy="362647"/>
          </a:xfrm>
        </p:grpSpPr>
        <p:sp>
          <p:nvSpPr>
            <p:cNvPr id="22" name="Freeform 22"/>
            <p:cNvSpPr/>
            <p:nvPr/>
          </p:nvSpPr>
          <p:spPr>
            <a:xfrm>
              <a:off x="0" y="0"/>
              <a:ext cx="1331504" cy="362647"/>
            </a:xfrm>
            <a:custGeom>
              <a:avLst/>
              <a:gdLst/>
              <a:ahLst/>
              <a:cxnLst/>
              <a:rect l="l" t="t" r="r" b="b"/>
              <a:pathLst>
                <a:path w="1331504" h="362647">
                  <a:moveTo>
                    <a:pt x="89012" y="0"/>
                  </a:moveTo>
                  <a:lnTo>
                    <a:pt x="1242492" y="0"/>
                  </a:lnTo>
                  <a:cubicBezTo>
                    <a:pt x="1266099" y="0"/>
                    <a:pt x="1288740" y="9378"/>
                    <a:pt x="1305433" y="26071"/>
                  </a:cubicBezTo>
                  <a:cubicBezTo>
                    <a:pt x="1322126" y="42764"/>
                    <a:pt x="1331504" y="65405"/>
                    <a:pt x="1331504" y="89012"/>
                  </a:cubicBezTo>
                  <a:lnTo>
                    <a:pt x="1331504" y="273635"/>
                  </a:lnTo>
                  <a:cubicBezTo>
                    <a:pt x="1331504" y="322795"/>
                    <a:pt x="1291652" y="362647"/>
                    <a:pt x="1242492" y="362647"/>
                  </a:cubicBezTo>
                  <a:lnTo>
                    <a:pt x="89012" y="362647"/>
                  </a:lnTo>
                  <a:cubicBezTo>
                    <a:pt x="65405" y="362647"/>
                    <a:pt x="42764" y="353269"/>
                    <a:pt x="26071" y="336576"/>
                  </a:cubicBezTo>
                  <a:cubicBezTo>
                    <a:pt x="9378" y="319883"/>
                    <a:pt x="0" y="297242"/>
                    <a:pt x="0" y="273635"/>
                  </a:cubicBezTo>
                  <a:lnTo>
                    <a:pt x="0" y="89012"/>
                  </a:lnTo>
                  <a:cubicBezTo>
                    <a:pt x="0" y="65405"/>
                    <a:pt x="9378" y="42764"/>
                    <a:pt x="26071" y="26071"/>
                  </a:cubicBezTo>
                  <a:cubicBezTo>
                    <a:pt x="42764" y="9378"/>
                    <a:pt x="65405" y="0"/>
                    <a:pt x="89012"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23" name="TextBox 23"/>
            <p:cNvSpPr txBox="1"/>
            <p:nvPr/>
          </p:nvSpPr>
          <p:spPr>
            <a:xfrm>
              <a:off x="0" y="-57150"/>
              <a:ext cx="1331504" cy="419797"/>
            </a:xfrm>
            <a:prstGeom prst="rect">
              <a:avLst/>
            </a:prstGeom>
          </p:spPr>
          <p:txBody>
            <a:bodyPr lIns="52257" tIns="52257" rIns="52257" bIns="52257" rtlCol="0" anchor="ctr"/>
            <a:lstStyle/>
            <a:p>
              <a:pPr algn="ctr">
                <a:lnSpc>
                  <a:spcPts val="2660"/>
                </a:lnSpc>
                <a:spcBef>
                  <a:spcPct val="0"/>
                </a:spcBef>
              </a:pPr>
              <a:endParaRPr/>
            </a:p>
          </p:txBody>
        </p:sp>
      </p:grpSp>
      <p:grpSp>
        <p:nvGrpSpPr>
          <p:cNvPr id="24" name="Group 24"/>
          <p:cNvGrpSpPr/>
          <p:nvPr/>
        </p:nvGrpSpPr>
        <p:grpSpPr>
          <a:xfrm>
            <a:off x="1294705" y="9017699"/>
            <a:ext cx="15470247" cy="2627621"/>
            <a:chOff x="0" y="0"/>
            <a:chExt cx="4968036" cy="843821"/>
          </a:xfrm>
        </p:grpSpPr>
        <p:sp>
          <p:nvSpPr>
            <p:cNvPr id="25" name="Freeform 25"/>
            <p:cNvSpPr/>
            <p:nvPr/>
          </p:nvSpPr>
          <p:spPr>
            <a:xfrm>
              <a:off x="0" y="0"/>
              <a:ext cx="4968036" cy="843821"/>
            </a:xfrm>
            <a:custGeom>
              <a:avLst/>
              <a:gdLst/>
              <a:ahLst/>
              <a:cxnLst/>
              <a:rect l="l" t="t" r="r" b="b"/>
              <a:pathLst>
                <a:path w="4968036" h="843821">
                  <a:moveTo>
                    <a:pt x="25022" y="0"/>
                  </a:moveTo>
                  <a:lnTo>
                    <a:pt x="4943014" y="0"/>
                  </a:lnTo>
                  <a:cubicBezTo>
                    <a:pt x="4956833" y="0"/>
                    <a:pt x="4968036" y="11203"/>
                    <a:pt x="4968036" y="25022"/>
                  </a:cubicBezTo>
                  <a:lnTo>
                    <a:pt x="4968036" y="818799"/>
                  </a:lnTo>
                  <a:cubicBezTo>
                    <a:pt x="4968036" y="832618"/>
                    <a:pt x="4956833" y="843821"/>
                    <a:pt x="4943014" y="843821"/>
                  </a:cubicBezTo>
                  <a:lnTo>
                    <a:pt x="25022" y="843821"/>
                  </a:lnTo>
                  <a:cubicBezTo>
                    <a:pt x="11203" y="843821"/>
                    <a:pt x="0" y="832618"/>
                    <a:pt x="0" y="818799"/>
                  </a:cubicBezTo>
                  <a:lnTo>
                    <a:pt x="0" y="25022"/>
                  </a:lnTo>
                  <a:cubicBezTo>
                    <a:pt x="0" y="11203"/>
                    <a:pt x="11203" y="0"/>
                    <a:pt x="25022" y="0"/>
                  </a:cubicBezTo>
                  <a:close/>
                </a:path>
              </a:pathLst>
            </a:custGeom>
            <a:solidFill>
              <a:srgbClr val="FFFFFF">
                <a:alpha val="4706"/>
              </a:srgbClr>
            </a:solidFill>
          </p:spPr>
          <p:txBody>
            <a:bodyPr/>
            <a:lstStyle/>
            <a:p>
              <a:endParaRPr lang="en-US"/>
            </a:p>
          </p:txBody>
        </p:sp>
        <p:sp>
          <p:nvSpPr>
            <p:cNvPr id="26" name="TextBox 26"/>
            <p:cNvSpPr txBox="1"/>
            <p:nvPr/>
          </p:nvSpPr>
          <p:spPr>
            <a:xfrm>
              <a:off x="0" y="-57150"/>
              <a:ext cx="4968036" cy="900971"/>
            </a:xfrm>
            <a:prstGeom prst="rect">
              <a:avLst/>
            </a:prstGeom>
          </p:spPr>
          <p:txBody>
            <a:bodyPr lIns="52257" tIns="52257" rIns="52257" bIns="52257" rtlCol="0" anchor="ctr"/>
            <a:lstStyle/>
            <a:p>
              <a:pPr algn="ctr">
                <a:lnSpc>
                  <a:spcPts val="2660"/>
                </a:lnSpc>
                <a:spcBef>
                  <a:spcPct val="0"/>
                </a:spcBef>
              </a:pPr>
              <a:endParaRPr/>
            </a:p>
          </p:txBody>
        </p:sp>
      </p:grpSp>
      <p:sp>
        <p:nvSpPr>
          <p:cNvPr id="27" name="Freeform 27"/>
          <p:cNvSpPr/>
          <p:nvPr/>
        </p:nvSpPr>
        <p:spPr>
          <a:xfrm>
            <a:off x="-1621356" y="2444571"/>
            <a:ext cx="3275029" cy="3275029"/>
          </a:xfrm>
          <a:custGeom>
            <a:avLst/>
            <a:gdLst/>
            <a:ahLst/>
            <a:cxnLst/>
            <a:rect l="l" t="t" r="r" b="b"/>
            <a:pathLst>
              <a:path w="3275029" h="3275029">
                <a:moveTo>
                  <a:pt x="0" y="0"/>
                </a:moveTo>
                <a:lnTo>
                  <a:pt x="3275029" y="0"/>
                </a:lnTo>
                <a:lnTo>
                  <a:pt x="3275029" y="3275029"/>
                </a:lnTo>
                <a:lnTo>
                  <a:pt x="0" y="3275029"/>
                </a:lnTo>
                <a:lnTo>
                  <a:pt x="0" y="0"/>
                </a:lnTo>
                <a:close/>
              </a:path>
            </a:pathLst>
          </a:custGeom>
          <a:blipFill>
            <a:blip r:embed="rId9">
              <a:alphaModFix amt="98000"/>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28" name="Freeform 28"/>
          <p:cNvSpPr/>
          <p:nvPr/>
        </p:nvSpPr>
        <p:spPr>
          <a:xfrm>
            <a:off x="2539498" y="3934913"/>
            <a:ext cx="1672143" cy="1672143"/>
          </a:xfrm>
          <a:custGeom>
            <a:avLst/>
            <a:gdLst/>
            <a:ahLst/>
            <a:cxnLst/>
            <a:rect l="l" t="t" r="r" b="b"/>
            <a:pathLst>
              <a:path w="1672143" h="1672143">
                <a:moveTo>
                  <a:pt x="0" y="0"/>
                </a:moveTo>
                <a:lnTo>
                  <a:pt x="1672143" y="0"/>
                </a:lnTo>
                <a:lnTo>
                  <a:pt x="1672143" y="1672143"/>
                </a:lnTo>
                <a:lnTo>
                  <a:pt x="0" y="1672143"/>
                </a:lnTo>
                <a:lnTo>
                  <a:pt x="0" y="0"/>
                </a:lnTo>
                <a:close/>
              </a:path>
            </a:pathLst>
          </a:custGeom>
          <a:blipFill>
            <a:blip r:embed="rId9">
              <a:alphaModFix amt="98000"/>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29" name="TextBox 29"/>
          <p:cNvSpPr txBox="1"/>
          <p:nvPr/>
        </p:nvSpPr>
        <p:spPr>
          <a:xfrm>
            <a:off x="11754696" y="1515503"/>
            <a:ext cx="4553174" cy="354828"/>
          </a:xfrm>
          <a:prstGeom prst="rect">
            <a:avLst/>
          </a:prstGeom>
        </p:spPr>
        <p:txBody>
          <a:bodyPr lIns="0" tIns="0" rIns="0" bIns="0" rtlCol="0" anchor="t">
            <a:spAutoFit/>
          </a:bodyPr>
          <a:lstStyle/>
          <a:p>
            <a:pPr algn="l">
              <a:lnSpc>
                <a:spcPts val="2474"/>
              </a:lnSpc>
            </a:pPr>
            <a:r>
              <a:rPr lang="en-US" sz="2474" i="1">
                <a:solidFill>
                  <a:srgbClr val="A2A2A2"/>
                </a:solidFill>
                <a:latin typeface="Poppins Italics"/>
                <a:ea typeface="Poppins Italics"/>
                <a:cs typeface="Poppins Italics"/>
                <a:sym typeface="Poppins Italics"/>
              </a:rPr>
              <a:t>Presented By : Claudia Alves</a:t>
            </a:r>
          </a:p>
        </p:txBody>
      </p:sp>
      <p:sp>
        <p:nvSpPr>
          <p:cNvPr id="30" name="TextBox 30"/>
          <p:cNvSpPr txBox="1"/>
          <p:nvPr/>
        </p:nvSpPr>
        <p:spPr>
          <a:xfrm>
            <a:off x="1294705" y="6529282"/>
            <a:ext cx="3729328" cy="1288952"/>
          </a:xfrm>
          <a:prstGeom prst="rect">
            <a:avLst/>
          </a:prstGeom>
        </p:spPr>
        <p:txBody>
          <a:bodyPr lIns="0" tIns="0" rIns="0" bIns="0" rtlCol="0" anchor="t">
            <a:spAutoFit/>
          </a:bodyPr>
          <a:lstStyle/>
          <a:p>
            <a:pPr algn="l">
              <a:lnSpc>
                <a:spcPts val="7996"/>
              </a:lnSpc>
            </a:pPr>
            <a:r>
              <a:rPr lang="en-US" sz="7996">
                <a:solidFill>
                  <a:srgbClr val="FFFFFF"/>
                </a:solidFill>
                <a:latin typeface="Agrandir Grand"/>
                <a:ea typeface="Agrandir Grand"/>
                <a:cs typeface="Agrandir Grand"/>
                <a:sym typeface="Agrandir Grand"/>
              </a:rPr>
              <a:t>TEAM</a:t>
            </a:r>
          </a:p>
        </p:txBody>
      </p:sp>
      <p:sp>
        <p:nvSpPr>
          <p:cNvPr id="31" name="TextBox 31"/>
          <p:cNvSpPr txBox="1"/>
          <p:nvPr/>
        </p:nvSpPr>
        <p:spPr>
          <a:xfrm>
            <a:off x="5766983" y="6602210"/>
            <a:ext cx="2927814" cy="405632"/>
          </a:xfrm>
          <a:prstGeom prst="rect">
            <a:avLst/>
          </a:prstGeom>
        </p:spPr>
        <p:txBody>
          <a:bodyPr lIns="0" tIns="0" rIns="0" bIns="0" rtlCol="0" anchor="t">
            <a:spAutoFit/>
          </a:bodyPr>
          <a:lstStyle/>
          <a:p>
            <a:pPr algn="ctr">
              <a:lnSpc>
                <a:spcPts val="2956"/>
              </a:lnSpc>
            </a:pPr>
            <a:r>
              <a:rPr lang="en-US" sz="2956" b="1">
                <a:solidFill>
                  <a:srgbClr val="A2A2A2"/>
                </a:solidFill>
                <a:latin typeface="Poppins Bold"/>
                <a:ea typeface="Poppins Bold"/>
                <a:cs typeface="Poppins Bold"/>
                <a:sym typeface="Poppins Bold"/>
              </a:rPr>
              <a:t>Samira Hadid</a:t>
            </a:r>
          </a:p>
        </p:txBody>
      </p:sp>
      <p:sp>
        <p:nvSpPr>
          <p:cNvPr id="32" name="TextBox 32"/>
          <p:cNvSpPr txBox="1"/>
          <p:nvPr/>
        </p:nvSpPr>
        <p:spPr>
          <a:xfrm>
            <a:off x="6027476" y="7531373"/>
            <a:ext cx="2406828" cy="276300"/>
          </a:xfrm>
          <a:prstGeom prst="rect">
            <a:avLst/>
          </a:prstGeom>
        </p:spPr>
        <p:txBody>
          <a:bodyPr lIns="0" tIns="0" rIns="0" bIns="0" rtlCol="0" anchor="t">
            <a:spAutoFit/>
          </a:bodyPr>
          <a:lstStyle/>
          <a:p>
            <a:pPr algn="ctr">
              <a:lnSpc>
                <a:spcPts val="1952"/>
              </a:lnSpc>
            </a:pPr>
            <a:r>
              <a:rPr lang="en-US" sz="1952">
                <a:solidFill>
                  <a:srgbClr val="A2A2A2"/>
                </a:solidFill>
                <a:latin typeface="Poppins"/>
                <a:ea typeface="Poppins"/>
                <a:cs typeface="Poppins"/>
                <a:sym typeface="Poppins"/>
              </a:rPr>
              <a:t>Project Manager</a:t>
            </a:r>
          </a:p>
        </p:txBody>
      </p:sp>
      <p:sp>
        <p:nvSpPr>
          <p:cNvPr id="33" name="TextBox 33"/>
          <p:cNvSpPr txBox="1"/>
          <p:nvPr/>
        </p:nvSpPr>
        <p:spPr>
          <a:xfrm>
            <a:off x="9258749" y="6596930"/>
            <a:ext cx="3566003" cy="405632"/>
          </a:xfrm>
          <a:prstGeom prst="rect">
            <a:avLst/>
          </a:prstGeom>
        </p:spPr>
        <p:txBody>
          <a:bodyPr lIns="0" tIns="0" rIns="0" bIns="0" rtlCol="0" anchor="t">
            <a:spAutoFit/>
          </a:bodyPr>
          <a:lstStyle/>
          <a:p>
            <a:pPr algn="ctr">
              <a:lnSpc>
                <a:spcPts val="2956"/>
              </a:lnSpc>
            </a:pPr>
            <a:r>
              <a:rPr lang="en-US" sz="2956" b="1">
                <a:solidFill>
                  <a:srgbClr val="A2A2A2"/>
                </a:solidFill>
                <a:latin typeface="Poppins Bold"/>
                <a:ea typeface="Poppins Bold"/>
                <a:cs typeface="Poppins Bold"/>
                <a:sym typeface="Poppins Bold"/>
              </a:rPr>
              <a:t>Takehiro Kanegi</a:t>
            </a:r>
          </a:p>
        </p:txBody>
      </p:sp>
      <p:sp>
        <p:nvSpPr>
          <p:cNvPr id="34" name="TextBox 34"/>
          <p:cNvSpPr txBox="1"/>
          <p:nvPr/>
        </p:nvSpPr>
        <p:spPr>
          <a:xfrm>
            <a:off x="9519739" y="7539581"/>
            <a:ext cx="2932909" cy="273373"/>
          </a:xfrm>
          <a:prstGeom prst="rect">
            <a:avLst/>
          </a:prstGeom>
        </p:spPr>
        <p:txBody>
          <a:bodyPr lIns="0" tIns="0" rIns="0" bIns="0" rtlCol="0" anchor="t">
            <a:spAutoFit/>
          </a:bodyPr>
          <a:lstStyle/>
          <a:p>
            <a:pPr algn="ctr">
              <a:lnSpc>
                <a:spcPts val="1955"/>
              </a:lnSpc>
            </a:pPr>
            <a:r>
              <a:rPr lang="en-US" sz="1955">
                <a:solidFill>
                  <a:srgbClr val="A2A2A2"/>
                </a:solidFill>
                <a:latin typeface="Poppins"/>
                <a:ea typeface="Poppins"/>
                <a:cs typeface="Poppins"/>
                <a:sym typeface="Poppins"/>
              </a:rPr>
              <a:t>Development Manager</a:t>
            </a:r>
          </a:p>
        </p:txBody>
      </p:sp>
      <p:sp>
        <p:nvSpPr>
          <p:cNvPr id="35" name="TextBox 35"/>
          <p:cNvSpPr txBox="1"/>
          <p:nvPr/>
        </p:nvSpPr>
        <p:spPr>
          <a:xfrm>
            <a:off x="13198949" y="6605931"/>
            <a:ext cx="3566003" cy="405632"/>
          </a:xfrm>
          <a:prstGeom prst="rect">
            <a:avLst/>
          </a:prstGeom>
        </p:spPr>
        <p:txBody>
          <a:bodyPr lIns="0" tIns="0" rIns="0" bIns="0" rtlCol="0" anchor="t">
            <a:spAutoFit/>
          </a:bodyPr>
          <a:lstStyle/>
          <a:p>
            <a:pPr algn="ctr">
              <a:lnSpc>
                <a:spcPts val="2956"/>
              </a:lnSpc>
            </a:pPr>
            <a:r>
              <a:rPr lang="en-US" sz="2956" b="1">
                <a:solidFill>
                  <a:srgbClr val="A2A2A2"/>
                </a:solidFill>
                <a:latin typeface="Poppins Bold"/>
                <a:ea typeface="Poppins Bold"/>
                <a:cs typeface="Poppins Bold"/>
                <a:sym typeface="Poppins Bold"/>
              </a:rPr>
              <a:t>Sebastian Bennet</a:t>
            </a:r>
          </a:p>
        </p:txBody>
      </p:sp>
      <p:sp>
        <p:nvSpPr>
          <p:cNvPr id="36" name="TextBox 36"/>
          <p:cNvSpPr txBox="1"/>
          <p:nvPr/>
        </p:nvSpPr>
        <p:spPr>
          <a:xfrm>
            <a:off x="13853817" y="7544861"/>
            <a:ext cx="2256267" cy="273373"/>
          </a:xfrm>
          <a:prstGeom prst="rect">
            <a:avLst/>
          </a:prstGeom>
        </p:spPr>
        <p:txBody>
          <a:bodyPr lIns="0" tIns="0" rIns="0" bIns="0" rtlCol="0" anchor="t">
            <a:spAutoFit/>
          </a:bodyPr>
          <a:lstStyle/>
          <a:p>
            <a:pPr algn="ctr">
              <a:lnSpc>
                <a:spcPts val="1955"/>
              </a:lnSpc>
            </a:pPr>
            <a:r>
              <a:rPr lang="en-US" sz="1955">
                <a:solidFill>
                  <a:srgbClr val="A2A2A2"/>
                </a:solidFill>
                <a:latin typeface="Poppins"/>
                <a:ea typeface="Poppins"/>
                <a:cs typeface="Poppins"/>
                <a:sym typeface="Poppins"/>
              </a:rPr>
              <a:t>Field Manager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26691" y="3654871"/>
            <a:ext cx="8130688" cy="8130688"/>
          </a:xfrm>
          <a:custGeom>
            <a:avLst/>
            <a:gdLst/>
            <a:ahLst/>
            <a:cxnLst/>
            <a:rect l="l" t="t" r="r" b="b"/>
            <a:pathLst>
              <a:path w="8130688" h="8130688">
                <a:moveTo>
                  <a:pt x="0" y="0"/>
                </a:moveTo>
                <a:lnTo>
                  <a:pt x="8130688" y="0"/>
                </a:lnTo>
                <a:lnTo>
                  <a:pt x="8130688" y="8130688"/>
                </a:lnTo>
                <a:lnTo>
                  <a:pt x="0" y="8130688"/>
                </a:lnTo>
                <a:lnTo>
                  <a:pt x="0" y="0"/>
                </a:lnTo>
                <a:close/>
              </a:path>
            </a:pathLst>
          </a:custGeom>
          <a:blipFill>
            <a:blip r:embed="rId2">
              <a:alphaModFix amt="98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1297615" y="1334294"/>
            <a:ext cx="5467337" cy="988957"/>
            <a:chOff x="0" y="0"/>
            <a:chExt cx="1457479" cy="263635"/>
          </a:xfrm>
        </p:grpSpPr>
        <p:sp>
          <p:nvSpPr>
            <p:cNvPr id="4" name="Freeform 4"/>
            <p:cNvSpPr/>
            <p:nvPr/>
          </p:nvSpPr>
          <p:spPr>
            <a:xfrm>
              <a:off x="0" y="0"/>
              <a:ext cx="1457479" cy="263635"/>
            </a:xfrm>
            <a:custGeom>
              <a:avLst/>
              <a:gdLst/>
              <a:ahLst/>
              <a:cxnLst/>
              <a:rect l="l" t="t" r="r" b="b"/>
              <a:pathLst>
                <a:path w="1457479" h="263635">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gradFill rotWithShape="1">
              <a:gsLst>
                <a:gs pos="0">
                  <a:srgbClr val="FFFFFF">
                    <a:alpha val="5000"/>
                  </a:srgbClr>
                </a:gs>
                <a:gs pos="50000">
                  <a:srgbClr val="F1F1F1">
                    <a:alpha val="5000"/>
                  </a:srgbClr>
                </a:gs>
                <a:gs pos="100000">
                  <a:srgbClr val="F1F1F1">
                    <a:alpha val="5000"/>
                  </a:srgbClr>
                </a:gs>
              </a:gsLst>
              <a:lin ang="0"/>
            </a:gradFill>
          </p:spPr>
          <p:txBody>
            <a:bodyPr/>
            <a:lstStyle/>
            <a:p>
              <a:endParaRPr lang="en-US"/>
            </a:p>
          </p:txBody>
        </p:sp>
        <p:sp>
          <p:nvSpPr>
            <p:cNvPr id="5" name="TextBox 5"/>
            <p:cNvSpPr txBox="1"/>
            <p:nvPr/>
          </p:nvSpPr>
          <p:spPr>
            <a:xfrm>
              <a:off x="0" y="-57150"/>
              <a:ext cx="1457479" cy="320785"/>
            </a:xfrm>
            <a:prstGeom prst="rect">
              <a:avLst/>
            </a:prstGeom>
          </p:spPr>
          <p:txBody>
            <a:bodyPr lIns="52257" tIns="52257" rIns="52257" bIns="52257" rtlCol="0" anchor="ctr"/>
            <a:lstStyle/>
            <a:p>
              <a:pPr algn="ctr">
                <a:lnSpc>
                  <a:spcPts val="2660"/>
                </a:lnSpc>
                <a:spcBef>
                  <a:spcPct val="0"/>
                </a:spcBef>
              </a:pPr>
              <a:endParaRPr/>
            </a:p>
          </p:txBody>
        </p:sp>
      </p:grpSp>
      <p:sp>
        <p:nvSpPr>
          <p:cNvPr id="6" name="Freeform 6"/>
          <p:cNvSpPr/>
          <p:nvPr/>
        </p:nvSpPr>
        <p:spPr>
          <a:xfrm>
            <a:off x="1523048" y="1679933"/>
            <a:ext cx="665937" cy="385033"/>
          </a:xfrm>
          <a:custGeom>
            <a:avLst/>
            <a:gdLst/>
            <a:ahLst/>
            <a:cxnLst/>
            <a:rect l="l" t="t" r="r" b="b"/>
            <a:pathLst>
              <a:path w="665937" h="385033">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11754696" y="1660883"/>
            <a:ext cx="4553174" cy="354828"/>
          </a:xfrm>
          <a:prstGeom prst="rect">
            <a:avLst/>
          </a:prstGeom>
        </p:spPr>
        <p:txBody>
          <a:bodyPr lIns="0" tIns="0" rIns="0" bIns="0" rtlCol="0" anchor="t">
            <a:spAutoFit/>
          </a:bodyPr>
          <a:lstStyle/>
          <a:p>
            <a:pPr algn="l">
              <a:lnSpc>
                <a:spcPts val="2474"/>
              </a:lnSpc>
            </a:pPr>
            <a:r>
              <a:rPr lang="en-US" sz="2474" i="1">
                <a:solidFill>
                  <a:srgbClr val="A2A2A2"/>
                </a:solidFill>
                <a:latin typeface="Poppins Italics"/>
                <a:ea typeface="Poppins Italics"/>
                <a:cs typeface="Poppins Italics"/>
                <a:sym typeface="Poppins Italics"/>
              </a:rPr>
              <a:t>Presented By : Claudia Alves</a:t>
            </a:r>
          </a:p>
        </p:txBody>
      </p:sp>
      <p:sp>
        <p:nvSpPr>
          <p:cNvPr id="8" name="AutoShape 8"/>
          <p:cNvSpPr/>
          <p:nvPr/>
        </p:nvSpPr>
        <p:spPr>
          <a:xfrm>
            <a:off x="2965365" y="1867687"/>
            <a:ext cx="7555869" cy="9525"/>
          </a:xfrm>
          <a:prstGeom prst="line">
            <a:avLst/>
          </a:prstGeom>
          <a:ln w="19050" cap="flat">
            <a:solidFill>
              <a:srgbClr val="4C4C4C"/>
            </a:solidFill>
            <a:prstDash val="solid"/>
            <a:headEnd type="none" w="sm" len="sm"/>
            <a:tailEnd type="none" w="sm" len="sm"/>
          </a:ln>
        </p:spPr>
        <p:txBody>
          <a:bodyPr/>
          <a:lstStyle/>
          <a:p>
            <a:endParaRPr lang="en-US"/>
          </a:p>
        </p:txBody>
      </p:sp>
      <p:sp>
        <p:nvSpPr>
          <p:cNvPr id="9" name="TextBox 9"/>
          <p:cNvSpPr txBox="1"/>
          <p:nvPr/>
        </p:nvSpPr>
        <p:spPr>
          <a:xfrm>
            <a:off x="8105401" y="3352360"/>
            <a:ext cx="8659551" cy="1288952"/>
          </a:xfrm>
          <a:prstGeom prst="rect">
            <a:avLst/>
          </a:prstGeom>
        </p:spPr>
        <p:txBody>
          <a:bodyPr lIns="0" tIns="0" rIns="0" bIns="0" rtlCol="0" anchor="t">
            <a:spAutoFit/>
          </a:bodyPr>
          <a:lstStyle/>
          <a:p>
            <a:pPr algn="r">
              <a:lnSpc>
                <a:spcPts val="7996"/>
              </a:lnSpc>
            </a:pPr>
            <a:r>
              <a:rPr lang="en-US" sz="7996">
                <a:solidFill>
                  <a:srgbClr val="FFFFFF"/>
                </a:solidFill>
                <a:latin typeface="Agrandir Grand"/>
                <a:ea typeface="Agrandir Grand"/>
                <a:cs typeface="Agrandir Grand"/>
                <a:sym typeface="Agrandir Grand"/>
              </a:rPr>
              <a:t>CONCLUSION</a:t>
            </a:r>
          </a:p>
        </p:txBody>
      </p:sp>
      <p:grpSp>
        <p:nvGrpSpPr>
          <p:cNvPr id="10" name="Group 10"/>
          <p:cNvGrpSpPr/>
          <p:nvPr/>
        </p:nvGrpSpPr>
        <p:grpSpPr>
          <a:xfrm>
            <a:off x="6302593" y="5354531"/>
            <a:ext cx="10462359" cy="3598175"/>
            <a:chOff x="0" y="0"/>
            <a:chExt cx="3359828" cy="1155499"/>
          </a:xfrm>
        </p:grpSpPr>
        <p:sp>
          <p:nvSpPr>
            <p:cNvPr id="11" name="Freeform 11"/>
            <p:cNvSpPr/>
            <p:nvPr/>
          </p:nvSpPr>
          <p:spPr>
            <a:xfrm>
              <a:off x="0" y="0"/>
              <a:ext cx="3359828" cy="1155499"/>
            </a:xfrm>
            <a:custGeom>
              <a:avLst/>
              <a:gdLst/>
              <a:ahLst/>
              <a:cxnLst/>
              <a:rect l="l" t="t" r="r" b="b"/>
              <a:pathLst>
                <a:path w="3359828" h="1155499">
                  <a:moveTo>
                    <a:pt x="36999" y="0"/>
                  </a:moveTo>
                  <a:lnTo>
                    <a:pt x="3322829" y="0"/>
                  </a:lnTo>
                  <a:cubicBezTo>
                    <a:pt x="3343263" y="0"/>
                    <a:pt x="3359828" y="16565"/>
                    <a:pt x="3359828" y="36999"/>
                  </a:cubicBezTo>
                  <a:lnTo>
                    <a:pt x="3359828" y="1118501"/>
                  </a:lnTo>
                  <a:cubicBezTo>
                    <a:pt x="3359828" y="1138934"/>
                    <a:pt x="3343263" y="1155499"/>
                    <a:pt x="3322829" y="1155499"/>
                  </a:cubicBezTo>
                  <a:lnTo>
                    <a:pt x="36999" y="1155499"/>
                  </a:lnTo>
                  <a:cubicBezTo>
                    <a:pt x="16565" y="1155499"/>
                    <a:pt x="0" y="1138934"/>
                    <a:pt x="0" y="1118501"/>
                  </a:cubicBezTo>
                  <a:lnTo>
                    <a:pt x="0" y="36999"/>
                  </a:lnTo>
                  <a:cubicBezTo>
                    <a:pt x="0" y="16565"/>
                    <a:pt x="16565" y="0"/>
                    <a:pt x="36999" y="0"/>
                  </a:cubicBezTo>
                  <a:close/>
                </a:path>
              </a:pathLst>
            </a:custGeom>
            <a:solidFill>
              <a:srgbClr val="FFFFFF">
                <a:alpha val="4706"/>
              </a:srgbClr>
            </a:solidFill>
          </p:spPr>
          <p:txBody>
            <a:bodyPr/>
            <a:lstStyle/>
            <a:p>
              <a:endParaRPr lang="en-US"/>
            </a:p>
          </p:txBody>
        </p:sp>
        <p:sp>
          <p:nvSpPr>
            <p:cNvPr id="12" name="TextBox 12"/>
            <p:cNvSpPr txBox="1"/>
            <p:nvPr/>
          </p:nvSpPr>
          <p:spPr>
            <a:xfrm>
              <a:off x="0" y="-57150"/>
              <a:ext cx="3359828" cy="1212649"/>
            </a:xfrm>
            <a:prstGeom prst="rect">
              <a:avLst/>
            </a:prstGeom>
          </p:spPr>
          <p:txBody>
            <a:bodyPr lIns="52257" tIns="52257" rIns="52257" bIns="52257" rtlCol="0" anchor="ctr"/>
            <a:lstStyle/>
            <a:p>
              <a:pPr algn="ctr">
                <a:lnSpc>
                  <a:spcPts val="2660"/>
                </a:lnSpc>
                <a:spcBef>
                  <a:spcPct val="0"/>
                </a:spcBef>
              </a:pPr>
              <a:endParaRPr/>
            </a:p>
          </p:txBody>
        </p:sp>
      </p:grpSp>
      <p:sp>
        <p:nvSpPr>
          <p:cNvPr id="13" name="TextBox 13"/>
          <p:cNvSpPr txBox="1"/>
          <p:nvPr/>
        </p:nvSpPr>
        <p:spPr>
          <a:xfrm>
            <a:off x="7203997" y="6301455"/>
            <a:ext cx="8659551" cy="2092318"/>
          </a:xfrm>
          <a:prstGeom prst="rect">
            <a:avLst/>
          </a:prstGeom>
        </p:spPr>
        <p:txBody>
          <a:bodyPr lIns="0" tIns="0" rIns="0" bIns="0" rtlCol="0" anchor="t">
            <a:spAutoFit/>
          </a:bodyPr>
          <a:lstStyle/>
          <a:p>
            <a:pPr algn="just">
              <a:lnSpc>
                <a:spcPts val="3249"/>
              </a:lnSpc>
            </a:pPr>
            <a:r>
              <a:rPr lang="en-US" sz="3249">
                <a:solidFill>
                  <a:srgbClr val="A2A2A2"/>
                </a:solidFill>
                <a:latin typeface="Poppins"/>
                <a:ea typeface="Poppins"/>
                <a:cs typeface="Poppins"/>
                <a:sym typeface="Poppins"/>
              </a:rPr>
              <a:t>That is the explanation of the project that will be worked on, this project has great potential to meet the needs of the growing market and achieve significant profits in a short time.</a:t>
            </a:r>
          </a:p>
        </p:txBody>
      </p:sp>
      <p:sp>
        <p:nvSpPr>
          <p:cNvPr id="14" name="Freeform 14"/>
          <p:cNvSpPr/>
          <p:nvPr/>
        </p:nvSpPr>
        <p:spPr>
          <a:xfrm>
            <a:off x="5986040" y="3168682"/>
            <a:ext cx="903905" cy="903905"/>
          </a:xfrm>
          <a:custGeom>
            <a:avLst/>
            <a:gdLst/>
            <a:ahLst/>
            <a:cxnLst/>
            <a:rect l="l" t="t" r="r" b="b"/>
            <a:pathLst>
              <a:path w="903905" h="903905">
                <a:moveTo>
                  <a:pt x="0" y="0"/>
                </a:moveTo>
                <a:lnTo>
                  <a:pt x="903905" y="0"/>
                </a:lnTo>
                <a:lnTo>
                  <a:pt x="903905" y="903905"/>
                </a:lnTo>
                <a:lnTo>
                  <a:pt x="0" y="903905"/>
                </a:lnTo>
                <a:lnTo>
                  <a:pt x="0" y="0"/>
                </a:lnTo>
                <a:close/>
              </a:path>
            </a:pathLst>
          </a:custGeom>
          <a:blipFill>
            <a:blip r:embed="rId2">
              <a:alphaModFix amt="9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0841772" y="3335121"/>
            <a:ext cx="5923179" cy="5923179"/>
          </a:xfrm>
          <a:custGeom>
            <a:avLst/>
            <a:gdLst/>
            <a:ahLst/>
            <a:cxnLst/>
            <a:rect l="l" t="t" r="r" b="b"/>
            <a:pathLst>
              <a:path w="5923179" h="5923179">
                <a:moveTo>
                  <a:pt x="0" y="0"/>
                </a:moveTo>
                <a:lnTo>
                  <a:pt x="5923180" y="0"/>
                </a:lnTo>
                <a:lnTo>
                  <a:pt x="5923180" y="5923179"/>
                </a:lnTo>
                <a:lnTo>
                  <a:pt x="0" y="59231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523048" y="4139341"/>
            <a:ext cx="7855651" cy="1286921"/>
            <a:chOff x="0" y="0"/>
            <a:chExt cx="2714901" cy="444758"/>
          </a:xfrm>
        </p:grpSpPr>
        <p:sp>
          <p:nvSpPr>
            <p:cNvPr id="4" name="Freeform 4"/>
            <p:cNvSpPr/>
            <p:nvPr/>
          </p:nvSpPr>
          <p:spPr>
            <a:xfrm>
              <a:off x="0" y="0"/>
              <a:ext cx="2714901" cy="444758"/>
            </a:xfrm>
            <a:custGeom>
              <a:avLst/>
              <a:gdLst/>
              <a:ahLst/>
              <a:cxnLst/>
              <a:rect l="l" t="t" r="r" b="b"/>
              <a:pathLst>
                <a:path w="2714901" h="444758">
                  <a:moveTo>
                    <a:pt x="49276" y="0"/>
                  </a:moveTo>
                  <a:lnTo>
                    <a:pt x="2665625" y="0"/>
                  </a:lnTo>
                  <a:cubicBezTo>
                    <a:pt x="2678693" y="0"/>
                    <a:pt x="2691227" y="5192"/>
                    <a:pt x="2700468" y="14433"/>
                  </a:cubicBezTo>
                  <a:cubicBezTo>
                    <a:pt x="2709709" y="23674"/>
                    <a:pt x="2714901" y="36207"/>
                    <a:pt x="2714901" y="49276"/>
                  </a:cubicBezTo>
                  <a:lnTo>
                    <a:pt x="2714901" y="395482"/>
                  </a:lnTo>
                  <a:cubicBezTo>
                    <a:pt x="2714901" y="408551"/>
                    <a:pt x="2709709" y="421084"/>
                    <a:pt x="2700468" y="430325"/>
                  </a:cubicBezTo>
                  <a:cubicBezTo>
                    <a:pt x="2691227" y="439566"/>
                    <a:pt x="2678693" y="444758"/>
                    <a:pt x="2665625" y="444758"/>
                  </a:cubicBezTo>
                  <a:lnTo>
                    <a:pt x="49276" y="444758"/>
                  </a:lnTo>
                  <a:cubicBezTo>
                    <a:pt x="36207" y="444758"/>
                    <a:pt x="23674" y="439566"/>
                    <a:pt x="14433" y="430325"/>
                  </a:cubicBezTo>
                  <a:cubicBezTo>
                    <a:pt x="5192" y="421084"/>
                    <a:pt x="0" y="408551"/>
                    <a:pt x="0" y="395482"/>
                  </a:cubicBezTo>
                  <a:lnTo>
                    <a:pt x="0" y="49276"/>
                  </a:lnTo>
                  <a:cubicBezTo>
                    <a:pt x="0" y="36207"/>
                    <a:pt x="5192" y="23674"/>
                    <a:pt x="14433" y="14433"/>
                  </a:cubicBezTo>
                  <a:cubicBezTo>
                    <a:pt x="23674" y="5192"/>
                    <a:pt x="36207" y="0"/>
                    <a:pt x="49276" y="0"/>
                  </a:cubicBezTo>
                  <a:close/>
                </a:path>
              </a:pathLst>
            </a:custGeom>
            <a:solidFill>
              <a:srgbClr val="FFFFFF">
                <a:alpha val="4706"/>
              </a:srgbClr>
            </a:solidFill>
          </p:spPr>
          <p:txBody>
            <a:bodyPr/>
            <a:lstStyle/>
            <a:p>
              <a:endParaRPr lang="en-US"/>
            </a:p>
          </p:txBody>
        </p:sp>
        <p:sp>
          <p:nvSpPr>
            <p:cNvPr id="5" name="TextBox 5"/>
            <p:cNvSpPr txBox="1"/>
            <p:nvPr/>
          </p:nvSpPr>
          <p:spPr>
            <a:xfrm>
              <a:off x="0" y="-57150"/>
              <a:ext cx="2714901" cy="501908"/>
            </a:xfrm>
            <a:prstGeom prst="rect">
              <a:avLst/>
            </a:prstGeom>
          </p:spPr>
          <p:txBody>
            <a:bodyPr lIns="52257" tIns="52257" rIns="52257" bIns="52257" rtlCol="0" anchor="ctr"/>
            <a:lstStyle/>
            <a:p>
              <a:pPr algn="ctr">
                <a:lnSpc>
                  <a:spcPts val="2660"/>
                </a:lnSpc>
                <a:spcBef>
                  <a:spcPct val="0"/>
                </a:spcBef>
              </a:pPr>
              <a:endParaRPr/>
            </a:p>
          </p:txBody>
        </p:sp>
      </p:grpSp>
      <p:grpSp>
        <p:nvGrpSpPr>
          <p:cNvPr id="6" name="Group 6"/>
          <p:cNvGrpSpPr/>
          <p:nvPr/>
        </p:nvGrpSpPr>
        <p:grpSpPr>
          <a:xfrm>
            <a:off x="1523048" y="5671388"/>
            <a:ext cx="7855651" cy="1286921"/>
            <a:chOff x="0" y="0"/>
            <a:chExt cx="2714901" cy="444758"/>
          </a:xfrm>
        </p:grpSpPr>
        <p:sp>
          <p:nvSpPr>
            <p:cNvPr id="7" name="Freeform 7"/>
            <p:cNvSpPr/>
            <p:nvPr/>
          </p:nvSpPr>
          <p:spPr>
            <a:xfrm>
              <a:off x="0" y="0"/>
              <a:ext cx="2714901" cy="444758"/>
            </a:xfrm>
            <a:custGeom>
              <a:avLst/>
              <a:gdLst/>
              <a:ahLst/>
              <a:cxnLst/>
              <a:rect l="l" t="t" r="r" b="b"/>
              <a:pathLst>
                <a:path w="2714901" h="444758">
                  <a:moveTo>
                    <a:pt x="49276" y="0"/>
                  </a:moveTo>
                  <a:lnTo>
                    <a:pt x="2665625" y="0"/>
                  </a:lnTo>
                  <a:cubicBezTo>
                    <a:pt x="2678693" y="0"/>
                    <a:pt x="2691227" y="5192"/>
                    <a:pt x="2700468" y="14433"/>
                  </a:cubicBezTo>
                  <a:cubicBezTo>
                    <a:pt x="2709709" y="23674"/>
                    <a:pt x="2714901" y="36207"/>
                    <a:pt x="2714901" y="49276"/>
                  </a:cubicBezTo>
                  <a:lnTo>
                    <a:pt x="2714901" y="395482"/>
                  </a:lnTo>
                  <a:cubicBezTo>
                    <a:pt x="2714901" y="408551"/>
                    <a:pt x="2709709" y="421084"/>
                    <a:pt x="2700468" y="430325"/>
                  </a:cubicBezTo>
                  <a:cubicBezTo>
                    <a:pt x="2691227" y="439566"/>
                    <a:pt x="2678693" y="444758"/>
                    <a:pt x="2665625" y="444758"/>
                  </a:cubicBezTo>
                  <a:lnTo>
                    <a:pt x="49276" y="444758"/>
                  </a:lnTo>
                  <a:cubicBezTo>
                    <a:pt x="36207" y="444758"/>
                    <a:pt x="23674" y="439566"/>
                    <a:pt x="14433" y="430325"/>
                  </a:cubicBezTo>
                  <a:cubicBezTo>
                    <a:pt x="5192" y="421084"/>
                    <a:pt x="0" y="408551"/>
                    <a:pt x="0" y="395482"/>
                  </a:cubicBezTo>
                  <a:lnTo>
                    <a:pt x="0" y="49276"/>
                  </a:lnTo>
                  <a:cubicBezTo>
                    <a:pt x="0" y="36207"/>
                    <a:pt x="5192" y="23674"/>
                    <a:pt x="14433" y="14433"/>
                  </a:cubicBezTo>
                  <a:cubicBezTo>
                    <a:pt x="23674" y="5192"/>
                    <a:pt x="36207" y="0"/>
                    <a:pt x="49276" y="0"/>
                  </a:cubicBezTo>
                  <a:close/>
                </a:path>
              </a:pathLst>
            </a:custGeom>
            <a:solidFill>
              <a:srgbClr val="FFFFFF">
                <a:alpha val="4706"/>
              </a:srgbClr>
            </a:solidFill>
          </p:spPr>
          <p:txBody>
            <a:bodyPr/>
            <a:lstStyle/>
            <a:p>
              <a:endParaRPr lang="en-US"/>
            </a:p>
          </p:txBody>
        </p:sp>
        <p:sp>
          <p:nvSpPr>
            <p:cNvPr id="8" name="TextBox 8"/>
            <p:cNvSpPr txBox="1"/>
            <p:nvPr/>
          </p:nvSpPr>
          <p:spPr>
            <a:xfrm>
              <a:off x="0" y="-57150"/>
              <a:ext cx="2714901" cy="501908"/>
            </a:xfrm>
            <a:prstGeom prst="rect">
              <a:avLst/>
            </a:prstGeom>
          </p:spPr>
          <p:txBody>
            <a:bodyPr lIns="52257" tIns="52257" rIns="52257" bIns="52257" rtlCol="0" anchor="ctr"/>
            <a:lstStyle/>
            <a:p>
              <a:pPr algn="ctr">
                <a:lnSpc>
                  <a:spcPts val="2660"/>
                </a:lnSpc>
                <a:spcBef>
                  <a:spcPct val="0"/>
                </a:spcBef>
              </a:pPr>
              <a:endParaRPr/>
            </a:p>
          </p:txBody>
        </p:sp>
      </p:grpSp>
      <p:grpSp>
        <p:nvGrpSpPr>
          <p:cNvPr id="9" name="Group 9"/>
          <p:cNvGrpSpPr/>
          <p:nvPr/>
        </p:nvGrpSpPr>
        <p:grpSpPr>
          <a:xfrm>
            <a:off x="1523048" y="7203435"/>
            <a:ext cx="7855651" cy="1286921"/>
            <a:chOff x="0" y="0"/>
            <a:chExt cx="2714901" cy="444758"/>
          </a:xfrm>
        </p:grpSpPr>
        <p:sp>
          <p:nvSpPr>
            <p:cNvPr id="10" name="Freeform 10"/>
            <p:cNvSpPr/>
            <p:nvPr/>
          </p:nvSpPr>
          <p:spPr>
            <a:xfrm>
              <a:off x="0" y="0"/>
              <a:ext cx="2714901" cy="444758"/>
            </a:xfrm>
            <a:custGeom>
              <a:avLst/>
              <a:gdLst/>
              <a:ahLst/>
              <a:cxnLst/>
              <a:rect l="l" t="t" r="r" b="b"/>
              <a:pathLst>
                <a:path w="2714901" h="444758">
                  <a:moveTo>
                    <a:pt x="49276" y="0"/>
                  </a:moveTo>
                  <a:lnTo>
                    <a:pt x="2665625" y="0"/>
                  </a:lnTo>
                  <a:cubicBezTo>
                    <a:pt x="2678693" y="0"/>
                    <a:pt x="2691227" y="5192"/>
                    <a:pt x="2700468" y="14433"/>
                  </a:cubicBezTo>
                  <a:cubicBezTo>
                    <a:pt x="2709709" y="23674"/>
                    <a:pt x="2714901" y="36207"/>
                    <a:pt x="2714901" y="49276"/>
                  </a:cubicBezTo>
                  <a:lnTo>
                    <a:pt x="2714901" y="395482"/>
                  </a:lnTo>
                  <a:cubicBezTo>
                    <a:pt x="2714901" y="408551"/>
                    <a:pt x="2709709" y="421084"/>
                    <a:pt x="2700468" y="430325"/>
                  </a:cubicBezTo>
                  <a:cubicBezTo>
                    <a:pt x="2691227" y="439566"/>
                    <a:pt x="2678693" y="444758"/>
                    <a:pt x="2665625" y="444758"/>
                  </a:cubicBezTo>
                  <a:lnTo>
                    <a:pt x="49276" y="444758"/>
                  </a:lnTo>
                  <a:cubicBezTo>
                    <a:pt x="36207" y="444758"/>
                    <a:pt x="23674" y="439566"/>
                    <a:pt x="14433" y="430325"/>
                  </a:cubicBezTo>
                  <a:cubicBezTo>
                    <a:pt x="5192" y="421084"/>
                    <a:pt x="0" y="408551"/>
                    <a:pt x="0" y="395482"/>
                  </a:cubicBezTo>
                  <a:lnTo>
                    <a:pt x="0" y="49276"/>
                  </a:lnTo>
                  <a:cubicBezTo>
                    <a:pt x="0" y="36207"/>
                    <a:pt x="5192" y="23674"/>
                    <a:pt x="14433" y="14433"/>
                  </a:cubicBezTo>
                  <a:cubicBezTo>
                    <a:pt x="23674" y="5192"/>
                    <a:pt x="36207" y="0"/>
                    <a:pt x="49276" y="0"/>
                  </a:cubicBezTo>
                  <a:close/>
                </a:path>
              </a:pathLst>
            </a:custGeom>
            <a:solidFill>
              <a:srgbClr val="FFFFFF">
                <a:alpha val="4706"/>
              </a:srgbClr>
            </a:solidFill>
          </p:spPr>
          <p:txBody>
            <a:bodyPr/>
            <a:lstStyle/>
            <a:p>
              <a:endParaRPr lang="en-US"/>
            </a:p>
          </p:txBody>
        </p:sp>
        <p:sp>
          <p:nvSpPr>
            <p:cNvPr id="11" name="TextBox 11"/>
            <p:cNvSpPr txBox="1"/>
            <p:nvPr/>
          </p:nvSpPr>
          <p:spPr>
            <a:xfrm>
              <a:off x="0" y="-57150"/>
              <a:ext cx="2714901" cy="501908"/>
            </a:xfrm>
            <a:prstGeom prst="rect">
              <a:avLst/>
            </a:prstGeom>
          </p:spPr>
          <p:txBody>
            <a:bodyPr lIns="52257" tIns="52257" rIns="52257" bIns="52257" rtlCol="0" anchor="ctr"/>
            <a:lstStyle/>
            <a:p>
              <a:pPr algn="ctr">
                <a:lnSpc>
                  <a:spcPts val="2660"/>
                </a:lnSpc>
                <a:spcBef>
                  <a:spcPct val="0"/>
                </a:spcBef>
              </a:pPr>
              <a:endParaRPr/>
            </a:p>
          </p:txBody>
        </p:sp>
      </p:grpSp>
      <p:grpSp>
        <p:nvGrpSpPr>
          <p:cNvPr id="12" name="Group 12"/>
          <p:cNvGrpSpPr/>
          <p:nvPr/>
        </p:nvGrpSpPr>
        <p:grpSpPr>
          <a:xfrm>
            <a:off x="2285720" y="4486515"/>
            <a:ext cx="733602" cy="689330"/>
            <a:chOff x="0" y="0"/>
            <a:chExt cx="865002" cy="812800"/>
          </a:xfrm>
        </p:grpSpPr>
        <p:sp>
          <p:nvSpPr>
            <p:cNvPr id="13" name="Freeform 13"/>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14" name="TextBox 14"/>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sp>
        <p:nvSpPr>
          <p:cNvPr id="15" name="Freeform 15"/>
          <p:cNvSpPr/>
          <p:nvPr/>
        </p:nvSpPr>
        <p:spPr>
          <a:xfrm>
            <a:off x="2522023" y="4652192"/>
            <a:ext cx="260996" cy="357975"/>
          </a:xfrm>
          <a:custGeom>
            <a:avLst/>
            <a:gdLst/>
            <a:ahLst/>
            <a:cxnLst/>
            <a:rect l="l" t="t" r="r" b="b"/>
            <a:pathLst>
              <a:path w="260996" h="357975">
                <a:moveTo>
                  <a:pt x="0" y="0"/>
                </a:moveTo>
                <a:lnTo>
                  <a:pt x="260997" y="0"/>
                </a:lnTo>
                <a:lnTo>
                  <a:pt x="260997" y="357975"/>
                </a:lnTo>
                <a:lnTo>
                  <a:pt x="0" y="3579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6" name="Group 16"/>
          <p:cNvGrpSpPr/>
          <p:nvPr/>
        </p:nvGrpSpPr>
        <p:grpSpPr>
          <a:xfrm>
            <a:off x="2285720" y="5970183"/>
            <a:ext cx="733602" cy="689330"/>
            <a:chOff x="0" y="0"/>
            <a:chExt cx="865002" cy="812800"/>
          </a:xfrm>
        </p:grpSpPr>
        <p:sp>
          <p:nvSpPr>
            <p:cNvPr id="17" name="Freeform 17"/>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18" name="TextBox 18"/>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sp>
        <p:nvSpPr>
          <p:cNvPr id="19" name="Freeform 19"/>
          <p:cNvSpPr/>
          <p:nvPr/>
        </p:nvSpPr>
        <p:spPr>
          <a:xfrm>
            <a:off x="2472852" y="6135179"/>
            <a:ext cx="359339" cy="359339"/>
          </a:xfrm>
          <a:custGeom>
            <a:avLst/>
            <a:gdLst/>
            <a:ahLst/>
            <a:cxnLst/>
            <a:rect l="l" t="t" r="r" b="b"/>
            <a:pathLst>
              <a:path w="359339" h="359339">
                <a:moveTo>
                  <a:pt x="0" y="0"/>
                </a:moveTo>
                <a:lnTo>
                  <a:pt x="359339" y="0"/>
                </a:lnTo>
                <a:lnTo>
                  <a:pt x="359339" y="359339"/>
                </a:lnTo>
                <a:lnTo>
                  <a:pt x="0" y="35933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0" name="TextBox 20"/>
          <p:cNvSpPr txBox="1"/>
          <p:nvPr/>
        </p:nvSpPr>
        <p:spPr>
          <a:xfrm>
            <a:off x="3297534" y="4623221"/>
            <a:ext cx="3401723" cy="454018"/>
          </a:xfrm>
          <a:prstGeom prst="rect">
            <a:avLst/>
          </a:prstGeom>
        </p:spPr>
        <p:txBody>
          <a:bodyPr lIns="0" tIns="0" rIns="0" bIns="0" rtlCol="0" anchor="t">
            <a:spAutoFit/>
          </a:bodyPr>
          <a:lstStyle/>
          <a:p>
            <a:pPr algn="l">
              <a:lnSpc>
                <a:spcPts val="3249"/>
              </a:lnSpc>
            </a:pPr>
            <a:r>
              <a:rPr lang="en-US" sz="3249">
                <a:solidFill>
                  <a:srgbClr val="A2A2A2"/>
                </a:solidFill>
                <a:latin typeface="Poppins"/>
                <a:ea typeface="Poppins"/>
                <a:cs typeface="Poppins"/>
                <a:sym typeface="Poppins"/>
              </a:rPr>
              <a:t>+ 123-456-7890</a:t>
            </a:r>
          </a:p>
        </p:txBody>
      </p:sp>
      <p:sp>
        <p:nvSpPr>
          <p:cNvPr id="21" name="TextBox 21"/>
          <p:cNvSpPr txBox="1"/>
          <p:nvPr/>
        </p:nvSpPr>
        <p:spPr>
          <a:xfrm>
            <a:off x="3297534" y="6106889"/>
            <a:ext cx="5204392" cy="454018"/>
          </a:xfrm>
          <a:prstGeom prst="rect">
            <a:avLst/>
          </a:prstGeom>
        </p:spPr>
        <p:txBody>
          <a:bodyPr lIns="0" tIns="0" rIns="0" bIns="0" rtlCol="0" anchor="t">
            <a:spAutoFit/>
          </a:bodyPr>
          <a:lstStyle/>
          <a:p>
            <a:pPr algn="l">
              <a:lnSpc>
                <a:spcPts val="3249"/>
              </a:lnSpc>
            </a:pPr>
            <a:r>
              <a:rPr lang="en-US" sz="3249">
                <a:solidFill>
                  <a:srgbClr val="A2A2A2"/>
                </a:solidFill>
                <a:latin typeface="Poppins"/>
                <a:ea typeface="Poppins"/>
                <a:cs typeface="Poppins"/>
                <a:sym typeface="Poppins"/>
              </a:rPr>
              <a:t>www.reallygreatsite.com</a:t>
            </a:r>
          </a:p>
        </p:txBody>
      </p:sp>
      <p:grpSp>
        <p:nvGrpSpPr>
          <p:cNvPr id="22" name="Group 22"/>
          <p:cNvGrpSpPr/>
          <p:nvPr/>
        </p:nvGrpSpPr>
        <p:grpSpPr>
          <a:xfrm>
            <a:off x="2285720" y="7453609"/>
            <a:ext cx="733602" cy="689330"/>
            <a:chOff x="0" y="0"/>
            <a:chExt cx="865002" cy="812800"/>
          </a:xfrm>
        </p:grpSpPr>
        <p:sp>
          <p:nvSpPr>
            <p:cNvPr id="23" name="Freeform 23"/>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txBody>
            <a:bodyPr/>
            <a:lstStyle/>
            <a:p>
              <a:endParaRPr lang="en-US"/>
            </a:p>
          </p:txBody>
        </p:sp>
        <p:sp>
          <p:nvSpPr>
            <p:cNvPr id="24" name="TextBox 24"/>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sp>
        <p:nvSpPr>
          <p:cNvPr id="25" name="Freeform 25"/>
          <p:cNvSpPr/>
          <p:nvPr/>
        </p:nvSpPr>
        <p:spPr>
          <a:xfrm>
            <a:off x="2522023" y="7663159"/>
            <a:ext cx="288131" cy="366834"/>
          </a:xfrm>
          <a:custGeom>
            <a:avLst/>
            <a:gdLst/>
            <a:ahLst/>
            <a:cxnLst/>
            <a:rect l="l" t="t" r="r" b="b"/>
            <a:pathLst>
              <a:path w="288131" h="366834">
                <a:moveTo>
                  <a:pt x="0" y="0"/>
                </a:moveTo>
                <a:lnTo>
                  <a:pt x="288132" y="0"/>
                </a:lnTo>
                <a:lnTo>
                  <a:pt x="288132" y="366833"/>
                </a:lnTo>
                <a:lnTo>
                  <a:pt x="0" y="3668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6" name="TextBox 26"/>
          <p:cNvSpPr txBox="1"/>
          <p:nvPr/>
        </p:nvSpPr>
        <p:spPr>
          <a:xfrm>
            <a:off x="3374297" y="7575974"/>
            <a:ext cx="5547320" cy="454018"/>
          </a:xfrm>
          <a:prstGeom prst="rect">
            <a:avLst/>
          </a:prstGeom>
        </p:spPr>
        <p:txBody>
          <a:bodyPr lIns="0" tIns="0" rIns="0" bIns="0" rtlCol="0" anchor="t">
            <a:spAutoFit/>
          </a:bodyPr>
          <a:lstStyle/>
          <a:p>
            <a:pPr algn="l">
              <a:lnSpc>
                <a:spcPts val="3249"/>
              </a:lnSpc>
            </a:pPr>
            <a:r>
              <a:rPr lang="en-US" sz="3249">
                <a:solidFill>
                  <a:srgbClr val="A2A2A2"/>
                </a:solidFill>
                <a:latin typeface="Poppins"/>
                <a:ea typeface="Poppins"/>
                <a:cs typeface="Poppins"/>
                <a:sym typeface="Poppins"/>
              </a:rPr>
              <a:t>123 Anywhere St., Any City</a:t>
            </a:r>
          </a:p>
        </p:txBody>
      </p:sp>
      <p:sp>
        <p:nvSpPr>
          <p:cNvPr id="27" name="TextBox 27"/>
          <p:cNvSpPr txBox="1"/>
          <p:nvPr/>
        </p:nvSpPr>
        <p:spPr>
          <a:xfrm>
            <a:off x="9882942" y="3750902"/>
            <a:ext cx="6882010" cy="3614772"/>
          </a:xfrm>
          <a:prstGeom prst="rect">
            <a:avLst/>
          </a:prstGeom>
        </p:spPr>
        <p:txBody>
          <a:bodyPr lIns="0" tIns="0" rIns="0" bIns="0" rtlCol="0" anchor="t">
            <a:spAutoFit/>
          </a:bodyPr>
          <a:lstStyle/>
          <a:p>
            <a:pPr algn="r">
              <a:lnSpc>
                <a:spcPts val="12563"/>
              </a:lnSpc>
            </a:pPr>
            <a:r>
              <a:rPr lang="en-US" sz="12563">
                <a:solidFill>
                  <a:srgbClr val="FFFFFF"/>
                </a:solidFill>
                <a:latin typeface="Agrandir Grand"/>
                <a:ea typeface="Agrandir Grand"/>
                <a:cs typeface="Agrandir Grand"/>
                <a:sym typeface="Agrandir Grand"/>
              </a:rPr>
              <a:t>THANK YOU</a:t>
            </a:r>
          </a:p>
        </p:txBody>
      </p:sp>
      <p:sp>
        <p:nvSpPr>
          <p:cNvPr id="28" name="Freeform 28"/>
          <p:cNvSpPr/>
          <p:nvPr/>
        </p:nvSpPr>
        <p:spPr>
          <a:xfrm>
            <a:off x="10620898" y="7353657"/>
            <a:ext cx="1353433" cy="1353433"/>
          </a:xfrm>
          <a:custGeom>
            <a:avLst/>
            <a:gdLst/>
            <a:ahLst/>
            <a:cxnLst/>
            <a:rect l="l" t="t" r="r" b="b"/>
            <a:pathLst>
              <a:path w="1353433" h="1353433">
                <a:moveTo>
                  <a:pt x="0" y="0"/>
                </a:moveTo>
                <a:lnTo>
                  <a:pt x="1353434" y="0"/>
                </a:lnTo>
                <a:lnTo>
                  <a:pt x="1353434" y="1353433"/>
                </a:lnTo>
                <a:lnTo>
                  <a:pt x="0" y="1353433"/>
                </a:lnTo>
                <a:lnTo>
                  <a:pt x="0" y="0"/>
                </a:lnTo>
                <a:close/>
              </a:path>
            </a:pathLst>
          </a:custGeom>
          <a:blipFill>
            <a:blip r:embed="rId2">
              <a:alphaModFix amt="98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9" name="Group 29"/>
          <p:cNvGrpSpPr/>
          <p:nvPr/>
        </p:nvGrpSpPr>
        <p:grpSpPr>
          <a:xfrm>
            <a:off x="11297615" y="1334294"/>
            <a:ext cx="5467337" cy="988957"/>
            <a:chOff x="0" y="0"/>
            <a:chExt cx="1457479" cy="263635"/>
          </a:xfrm>
        </p:grpSpPr>
        <p:sp>
          <p:nvSpPr>
            <p:cNvPr id="30" name="Freeform 30"/>
            <p:cNvSpPr/>
            <p:nvPr/>
          </p:nvSpPr>
          <p:spPr>
            <a:xfrm>
              <a:off x="0" y="0"/>
              <a:ext cx="1457479" cy="263635"/>
            </a:xfrm>
            <a:custGeom>
              <a:avLst/>
              <a:gdLst/>
              <a:ahLst/>
              <a:cxnLst/>
              <a:rect l="l" t="t" r="r" b="b"/>
              <a:pathLst>
                <a:path w="1457479" h="263635">
                  <a:moveTo>
                    <a:pt x="116115" y="0"/>
                  </a:moveTo>
                  <a:lnTo>
                    <a:pt x="1341364" y="0"/>
                  </a:lnTo>
                  <a:cubicBezTo>
                    <a:pt x="1372160" y="0"/>
                    <a:pt x="1401694" y="12233"/>
                    <a:pt x="1423470" y="34009"/>
                  </a:cubicBezTo>
                  <a:cubicBezTo>
                    <a:pt x="1445245" y="55785"/>
                    <a:pt x="1457479" y="85319"/>
                    <a:pt x="1457479" y="116115"/>
                  </a:cubicBezTo>
                  <a:lnTo>
                    <a:pt x="1457479" y="147521"/>
                  </a:lnTo>
                  <a:cubicBezTo>
                    <a:pt x="1457479" y="178316"/>
                    <a:pt x="1445245" y="207851"/>
                    <a:pt x="1423470" y="229626"/>
                  </a:cubicBezTo>
                  <a:cubicBezTo>
                    <a:pt x="1401694" y="251402"/>
                    <a:pt x="1372160" y="263635"/>
                    <a:pt x="1341364" y="263635"/>
                  </a:cubicBezTo>
                  <a:lnTo>
                    <a:pt x="116115" y="263635"/>
                  </a:lnTo>
                  <a:cubicBezTo>
                    <a:pt x="85319" y="263635"/>
                    <a:pt x="55785" y="251402"/>
                    <a:pt x="34009" y="229626"/>
                  </a:cubicBezTo>
                  <a:cubicBezTo>
                    <a:pt x="12233" y="207851"/>
                    <a:pt x="0" y="178316"/>
                    <a:pt x="0" y="147521"/>
                  </a:cubicBezTo>
                  <a:lnTo>
                    <a:pt x="0" y="116115"/>
                  </a:lnTo>
                  <a:cubicBezTo>
                    <a:pt x="0" y="85319"/>
                    <a:pt x="12233" y="55785"/>
                    <a:pt x="34009" y="34009"/>
                  </a:cubicBezTo>
                  <a:cubicBezTo>
                    <a:pt x="55785" y="12233"/>
                    <a:pt x="85319" y="0"/>
                    <a:pt x="116115" y="0"/>
                  </a:cubicBezTo>
                  <a:close/>
                </a:path>
              </a:pathLst>
            </a:custGeom>
            <a:gradFill rotWithShape="1">
              <a:gsLst>
                <a:gs pos="0">
                  <a:srgbClr val="FFFFFF">
                    <a:alpha val="5000"/>
                  </a:srgbClr>
                </a:gs>
                <a:gs pos="50000">
                  <a:srgbClr val="F1F1F1">
                    <a:alpha val="5000"/>
                  </a:srgbClr>
                </a:gs>
                <a:gs pos="100000">
                  <a:srgbClr val="F1F1F1">
                    <a:alpha val="5000"/>
                  </a:srgbClr>
                </a:gs>
              </a:gsLst>
              <a:lin ang="0"/>
            </a:gradFill>
          </p:spPr>
          <p:txBody>
            <a:bodyPr/>
            <a:lstStyle/>
            <a:p>
              <a:endParaRPr lang="en-US"/>
            </a:p>
          </p:txBody>
        </p:sp>
        <p:sp>
          <p:nvSpPr>
            <p:cNvPr id="31" name="TextBox 31"/>
            <p:cNvSpPr txBox="1"/>
            <p:nvPr/>
          </p:nvSpPr>
          <p:spPr>
            <a:xfrm>
              <a:off x="0" y="-57150"/>
              <a:ext cx="1457479" cy="320785"/>
            </a:xfrm>
            <a:prstGeom prst="rect">
              <a:avLst/>
            </a:prstGeom>
          </p:spPr>
          <p:txBody>
            <a:bodyPr lIns="52257" tIns="52257" rIns="52257" bIns="52257" rtlCol="0" anchor="ctr"/>
            <a:lstStyle/>
            <a:p>
              <a:pPr algn="ctr">
                <a:lnSpc>
                  <a:spcPts val="2660"/>
                </a:lnSpc>
                <a:spcBef>
                  <a:spcPct val="0"/>
                </a:spcBef>
              </a:pPr>
              <a:endParaRPr/>
            </a:p>
          </p:txBody>
        </p:sp>
      </p:grpSp>
      <p:sp>
        <p:nvSpPr>
          <p:cNvPr id="32" name="Freeform 32"/>
          <p:cNvSpPr/>
          <p:nvPr/>
        </p:nvSpPr>
        <p:spPr>
          <a:xfrm>
            <a:off x="1523048" y="1679933"/>
            <a:ext cx="665937" cy="385033"/>
          </a:xfrm>
          <a:custGeom>
            <a:avLst/>
            <a:gdLst/>
            <a:ahLst/>
            <a:cxnLst/>
            <a:rect l="l" t="t" r="r" b="b"/>
            <a:pathLst>
              <a:path w="665937" h="385033">
                <a:moveTo>
                  <a:pt x="0" y="0"/>
                </a:moveTo>
                <a:lnTo>
                  <a:pt x="665937" y="0"/>
                </a:lnTo>
                <a:lnTo>
                  <a:pt x="665937" y="385033"/>
                </a:lnTo>
                <a:lnTo>
                  <a:pt x="0" y="3850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3" name="TextBox 33"/>
          <p:cNvSpPr txBox="1"/>
          <p:nvPr/>
        </p:nvSpPr>
        <p:spPr>
          <a:xfrm>
            <a:off x="11754696" y="1660883"/>
            <a:ext cx="4553174" cy="354828"/>
          </a:xfrm>
          <a:prstGeom prst="rect">
            <a:avLst/>
          </a:prstGeom>
        </p:spPr>
        <p:txBody>
          <a:bodyPr lIns="0" tIns="0" rIns="0" bIns="0" rtlCol="0" anchor="t">
            <a:spAutoFit/>
          </a:bodyPr>
          <a:lstStyle/>
          <a:p>
            <a:pPr algn="l">
              <a:lnSpc>
                <a:spcPts val="2474"/>
              </a:lnSpc>
            </a:pPr>
            <a:r>
              <a:rPr lang="en-US" sz="2474" i="1">
                <a:solidFill>
                  <a:srgbClr val="A2A2A2"/>
                </a:solidFill>
                <a:latin typeface="Poppins Italics"/>
                <a:ea typeface="Poppins Italics"/>
                <a:cs typeface="Poppins Italics"/>
                <a:sym typeface="Poppins Italics"/>
              </a:rPr>
              <a:t>Presented By : Claudia Alves</a:t>
            </a:r>
          </a:p>
        </p:txBody>
      </p:sp>
      <p:sp>
        <p:nvSpPr>
          <p:cNvPr id="34" name="AutoShape 34"/>
          <p:cNvSpPr/>
          <p:nvPr/>
        </p:nvSpPr>
        <p:spPr>
          <a:xfrm>
            <a:off x="2965365" y="1867687"/>
            <a:ext cx="7555869" cy="9525"/>
          </a:xfrm>
          <a:prstGeom prst="line">
            <a:avLst/>
          </a:prstGeom>
          <a:ln w="19050" cap="flat">
            <a:solidFill>
              <a:srgbClr val="4C4C4C"/>
            </a:solidFill>
            <a:prstDash val="solid"/>
            <a:headEnd type="none" w="sm" len="sm"/>
            <a:tailEnd type="none" w="sm" len="sm"/>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TotalTime>
  <Words>1004</Words>
  <Application>Microsoft Office PowerPoint</Application>
  <PresentationFormat>Custom</PresentationFormat>
  <Paragraphs>106</Paragraphs>
  <Slides>13</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13</vt:i4>
      </vt:variant>
    </vt:vector>
  </HeadingPairs>
  <TitlesOfParts>
    <vt:vector size="25" baseType="lpstr">
      <vt:lpstr>Arial MT Pro Bold</vt:lpstr>
      <vt:lpstr>Arial MT Pro</vt:lpstr>
      <vt:lpstr>Red Hat Display</vt:lpstr>
      <vt:lpstr>Calibri</vt:lpstr>
      <vt:lpstr>Poppins Italics</vt:lpstr>
      <vt:lpstr>Agrandir Grand</vt:lpstr>
      <vt:lpstr>Arial</vt:lpstr>
      <vt:lpstr>Poppins</vt:lpstr>
      <vt:lpstr>Red Hat Display Bold</vt:lpstr>
      <vt:lpstr>Poppins Bold</vt:lpstr>
      <vt:lpstr>Archivo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Gradient Project Plan Presentation</dc:title>
  <dc:creator>connect</dc:creator>
  <cp:lastModifiedBy>ايمان على رجب على قطب</cp:lastModifiedBy>
  <cp:revision>2</cp:revision>
  <dcterms:created xsi:type="dcterms:W3CDTF">2006-08-16T00:00:00Z</dcterms:created>
  <dcterms:modified xsi:type="dcterms:W3CDTF">2025-12-19T11:59:16Z</dcterms:modified>
  <dc:identifier>DAG75_Njh84</dc:identifier>
</cp:coreProperties>
</file>